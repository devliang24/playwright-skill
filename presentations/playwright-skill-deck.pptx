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这份分享的核心结论是，Playwright Skill 不是一段提示词，而是一套工程化能力。它把什么时候触发、先检查什么、该读哪些参考文档、该调用哪些脚本、最后如何汇报，都写成了可执行契约。接下来我们会从原理、开发、使用和业务实战四个角度，把这个 skill 拆开看。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 15 页会回答五个问题。第一，Skill 是怎么被 Codex 识别和调用的。第二，一个 Skill 应该怎么组织目录、文档和脚本。第三，用户实际怎么触发和使用它。第四，它在 Playwright 自动化测试里能解决哪些具体场景。最后，我们收束成一个可复用的开发公式。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的真正入口不是一句描述，而是一个由五部分组成的系统。入口机制负责触发，工作流负责收敛动作，references 提供按需知识，scripts 执行确定性步骤，响应契约保证用户知道结果是否可验证。把这五件事组合起来，模型才会稳定地做同一类工作。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`SKILL.md` 同时承担入口和边界。frontmatter 里的 name 和 description 决定它什么时候会被使用，正文里的 workflow、defaults 和 response contract 决定它被使用后怎么行动。Playwright Skill 的关键点是要求先检查项目，再根据请求分类，并且只在缺少产品意图时提问。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 6 步工作流解决的是不确定性管理。第一步 inspect 先读项目事实，第二步 classify 判断任务类型，第三步 ask 只问缺失信息，第四步 load 按需读取 reference，第五步 implement 按项目约定实现，第六步 verify 用最小命令验证。这个顺序能避免一上来就生成不适合当前项目的测试结构。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references 的价值是把长期知识拆出来。比如 project-intake 管项目识别，test-architecture 管目录和抽象边界，selector-strategy 管 locator 稳定性，reporting 管失败产物诊断，user-interaction 管沟通和最终响应。这样主入口不会越来越长，Codex 也能按任务加载最相关的知识。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scripts 负责把机械动作变成确定性工具。inspect_project 是只读检查，scaffold_playwright 生成标准基线，smart API demo 脚本生成单文件演示。脚本做可重复动作，Skill 做判断和解释。最后通过响应契约，把文件改动、测试命令、报告路径和失败产物告诉用户。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 Skill 时，目录结构本身就是能力边界。`SKILL.md` 只保留入口、流程和默认策略；references 放专题知识；scripts 放可重复动作；assets 放模板和基线文件；README 面向人类用户解释安装和使用。这个分工清晰以后，后续扩展就不会挤在一个巨大的入口文件里。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 `SKILL.md` 时，最重要的是写清楚边界。它应该说明什么时候触发、请求如何分类、编辑前检查哪些事实、哪些信息必须问用户、默认如何实现、如何验证、最终怎么汇报。好的 Skill 不是能力描述越多越好，而是把行动路径写得足够稳定。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References 和脚本的开发规范可以概括为两句话。判断规则写成小专题文档，重复动作写成脚本。inspect 脚本要只读、可反复运行、输出清晰；scaffold 脚本要尊重已有文件，不自动安装依赖，不强行改变项目约定。同时，所有测试相关逻辑都要避免硬编码 secrets。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用户使用这个 Skill 的路径很短。安装后，只需要用自然语言说明目标，比如给当前项目加 Playwright UI 自动化测试。Skill 会先读取入口流程，再检查项目、分类请求、询问缺失信息、加载 reference、实现测试结构，最后运行验证并报告 pass 或 fail 以及本地 artifacts。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前三个业务场景解决的是启动和稳定性。已有项目加测试时，先检查项目而不是先生成文件。冒烟测试要小而确定，优先保证第一个核心路径能稳定通过。稳定选择器时，优先使用 role、label、placeholder 和 text，最后才考虑 testId、CSS 或 XPath。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后三个业务场景解决长期维护。失败调试要先看错误信息，再看截图、trace 和 video，少用 sleep 掩盖问题。Page Object 只在复用出现时再抽象，并保持 thin。数据隔离则要求对购物车、订单这类写操作建立边界，demo 环境中默认跳过，长期测试使用可控 fixture。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完整闭环从一句用户需求开始，到本地报告产物结束。Skill 先检查项目，再加载策略，随后实现测试和运行浏览器验证，最后输出 report、trace、screenshot 或 video。这个闭环的判断标准是，每一次自动化改动都能回答为什么这样写、怎么验证、失败时看哪里。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最后可以把好 Skill 总结成一个公式：入口清晰，加上流程稳定，加上工具可验证，等于可复用能力。Playwright Skill 的示范意义在于，它把测试工程里的最佳实践沉淀成 Codex 可以稳定执行的流程。这个模式也可以继续复制到更多测试、交付和调试场景里。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381000"/>
            <a:ext cx="13049250" cy="8572500"/>
            <a:chOff x="0" y="-381000"/>
            <a:chExt cx="1304925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100000">
                  <a:srgbClr val="1565C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905750" y="-381000"/>
              <a:ext cx="4000500" cy="40005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86750" y="3429000"/>
              <a:ext cx="4762500" cy="4762500"/>
            </a:xfrm>
            <a:prstGeom prst="ellipse">
              <a:avLst/>
            </a:prstGeom>
            <a:solidFill>
              <a:srgbClr val="16A34A">
                <a:alpha val="12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239000" y="1000125"/>
              <a:ext cx="3810000" cy="190500"/>
            </a:xfrm>
            <a:custGeom>
              <a:avLst/>
              <a:gdLst/>
              <a:ahLst/>
              <a:cxnLst/>
              <a:rect l="l" t="t" r="r" b="b"/>
              <a:pathLst>
                <a:path w="3810000" h="190500">
                  <a:moveTo>
                    <a:pt x="0" y="0"/>
                  </a:moveTo>
                  <a:lnTo>
                    <a:pt x="3810000" y="0"/>
                  </a:lnTo>
                  <a:lnTo>
                    <a:pt x="38100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239000" y="1390650"/>
              <a:ext cx="3238500" cy="114300"/>
            </a:xfrm>
            <a:custGeom>
              <a:avLst/>
              <a:gdLst/>
              <a:ahLst/>
              <a:cxnLst/>
              <a:rect l="l" t="t" r="r" b="b"/>
              <a:pathLst>
                <a:path w="3238500" h="114300">
                  <a:moveTo>
                    <a:pt x="0" y="0"/>
                  </a:moveTo>
                  <a:lnTo>
                    <a:pt x="3238500" y="0"/>
                  </a:lnTo>
                  <a:lnTo>
                    <a:pt x="3238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21030" y="781050"/>
            <a:ext cx="8919400" cy="2933700"/>
            <a:chOff x="621030" y="781050"/>
            <a:chExt cx="8919400" cy="2933700"/>
          </a:xfrm>
        </p:grpSpPr>
        <p:sp>
          <p:nvSpPr>
            <p:cNvPr id="8" name="Rectangle 8"/>
            <p:cNvSpPr/>
            <p:nvPr/>
          </p:nvSpPr>
          <p:spPr>
            <a:xfrm>
              <a:off x="685800" y="781050"/>
              <a:ext cx="14859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95945" y="899517"/>
              <a:ext cx="170259" cy="144066"/>
              <a:chOff x="895945" y="899517"/>
              <a:chExt cx="170259" cy="14406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02494" y="906066"/>
                <a:ext cx="15716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39291">
                    <a:moveTo>
                      <a:pt x="157162" y="6548"/>
                    </a:moveTo>
                    <a:lnTo>
                      <a:pt x="157162" y="39291"/>
                    </a:lnTo>
                    <a:lnTo>
                      <a:pt x="0" y="39291"/>
                    </a:lnTo>
                    <a:lnTo>
                      <a:pt x="0" y="6548"/>
                    </a:lnTo>
                    <a:cubicBezTo>
                      <a:pt x="0" y="2932"/>
                      <a:pt x="2932" y="0"/>
                      <a:pt x="6548" y="0"/>
                    </a:cubicBezTo>
                    <a:lnTo>
                      <a:pt x="150614" y="0"/>
                    </a:lnTo>
                    <a:cubicBezTo>
                      <a:pt x="154231" y="0"/>
                      <a:pt x="157162" y="2932"/>
                      <a:pt x="157162" y="6548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5945" y="899517"/>
                <a:ext cx="170259" cy="144066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44066">
                    <a:moveTo>
                      <a:pt x="157162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130969"/>
                    </a:lnTo>
                    <a:cubicBezTo>
                      <a:pt x="0" y="138202"/>
                      <a:pt x="5864" y="144066"/>
                      <a:pt x="13097" y="144066"/>
                    </a:cubicBezTo>
                    <a:lnTo>
                      <a:pt x="157162" y="144066"/>
                    </a:lnTo>
                    <a:cubicBezTo>
                      <a:pt x="164396" y="144066"/>
                      <a:pt x="170259" y="138202"/>
                      <a:pt x="170259" y="130969"/>
                    </a:cubicBezTo>
                    <a:lnTo>
                      <a:pt x="170259" y="13097"/>
                    </a:lnTo>
                    <a:cubicBezTo>
                      <a:pt x="170259" y="5864"/>
                      <a:pt x="164396" y="0"/>
                      <a:pt x="157162" y="0"/>
                    </a:cubicBezTo>
                    <a:close/>
                    <a:moveTo>
                      <a:pt x="157162" y="13097"/>
                    </a:moveTo>
                    <a:lnTo>
                      <a:pt x="157162" y="39291"/>
                    </a:lnTo>
                    <a:lnTo>
                      <a:pt x="13097" y="39291"/>
                    </a:lnTo>
                    <a:lnTo>
                      <a:pt x="13097" y="13097"/>
                    </a:lnTo>
                    <a:close/>
                    <a:moveTo>
                      <a:pt x="157162" y="130969"/>
                    </a:moveTo>
                    <a:lnTo>
                      <a:pt x="13097" y="130969"/>
                    </a:lnTo>
                    <a:lnTo>
                      <a:pt x="13097" y="52388"/>
                    </a:lnTo>
                    <a:lnTo>
                      <a:pt x="157162" y="52388"/>
                    </a:lnTo>
                    <a:lnTo>
                      <a:pt x="157162" y="1309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67765" y="9153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Codex Skill 实战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1030" y="1830705"/>
              <a:ext cx="5995273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Playwright Skill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3890" y="2634615"/>
              <a:ext cx="514445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从原理剖析到业务实战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1040" y="3348990"/>
              <a:ext cx="88393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用入口机制、参考文档、脚本和响应契约，把 UI 自动化测试变成可复用能力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23900" y="4343400"/>
            <a:ext cx="7315200" cy="476250"/>
            <a:chOff x="723900" y="4343400"/>
            <a:chExt cx="7315200" cy="476250"/>
          </a:xfrm>
        </p:grpSpPr>
        <p:sp>
          <p:nvSpPr>
            <p:cNvPr id="17" name="Rectangle 17"/>
            <p:cNvSpPr/>
            <p:nvPr/>
          </p:nvSpPr>
          <p:spPr>
            <a:xfrm>
              <a:off x="723900" y="4343400"/>
              <a:ext cx="165735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69169" y="4479130"/>
              <a:ext cx="157164" cy="185739"/>
              <a:chOff x="969169" y="4479130"/>
              <a:chExt cx="157164" cy="1857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69181" y="44862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69169" y="4479130"/>
                <a:ext cx="157164" cy="185739"/>
              </a:xfrm>
              <a:custGeom>
                <a:avLst/>
                <a:gdLst/>
                <a:ahLst/>
                <a:cxnLst/>
                <a:rect l="l" t="t" r="r" b="b"/>
                <a:pathLst>
                  <a:path w="157164" h="185739">
                    <a:moveTo>
                      <a:pt x="126498" y="109247"/>
                    </a:moveTo>
                    <a:cubicBezTo>
                      <a:pt x="127839" y="110587"/>
                      <a:pt x="128593" y="112405"/>
                      <a:pt x="128593" y="114301"/>
                    </a:cubicBezTo>
                    <a:cubicBezTo>
                      <a:pt x="128593" y="116198"/>
                      <a:pt x="127839" y="118016"/>
                      <a:pt x="126498" y="119356"/>
                    </a:cubicBezTo>
                    <a:lnTo>
                      <a:pt x="105067" y="140787"/>
                    </a:lnTo>
                    <a:cubicBezTo>
                      <a:pt x="102275" y="143578"/>
                      <a:pt x="97750" y="143578"/>
                      <a:pt x="94958" y="140787"/>
                    </a:cubicBezTo>
                    <a:cubicBezTo>
                      <a:pt x="92167" y="137996"/>
                      <a:pt x="92167" y="133470"/>
                      <a:pt x="94958" y="130679"/>
                    </a:cubicBezTo>
                    <a:lnTo>
                      <a:pt x="111344" y="114301"/>
                    </a:lnTo>
                    <a:lnTo>
                      <a:pt x="94958" y="97924"/>
                    </a:lnTo>
                    <a:cubicBezTo>
                      <a:pt x="92167" y="95133"/>
                      <a:pt x="92167" y="90607"/>
                      <a:pt x="94958" y="87816"/>
                    </a:cubicBezTo>
                    <a:cubicBezTo>
                      <a:pt x="97750" y="85025"/>
                      <a:pt x="102275" y="85025"/>
                      <a:pt x="105067" y="87816"/>
                    </a:cubicBezTo>
                    <a:close/>
                    <a:moveTo>
                      <a:pt x="62204" y="87816"/>
                    </a:moveTo>
                    <a:cubicBezTo>
                      <a:pt x="60864" y="86475"/>
                      <a:pt x="59046" y="85721"/>
                      <a:pt x="57150" y="85721"/>
                    </a:cubicBezTo>
                    <a:cubicBezTo>
                      <a:pt x="55254" y="85721"/>
                      <a:pt x="53436" y="86475"/>
                      <a:pt x="52096" y="87816"/>
                    </a:cubicBezTo>
                    <a:lnTo>
                      <a:pt x="30665" y="109247"/>
                    </a:lnTo>
                    <a:cubicBezTo>
                      <a:pt x="29323" y="110587"/>
                      <a:pt x="28569" y="112405"/>
                      <a:pt x="28569" y="114301"/>
                    </a:cubicBezTo>
                    <a:cubicBezTo>
                      <a:pt x="28569" y="116198"/>
                      <a:pt x="29323" y="118016"/>
                      <a:pt x="30665" y="119356"/>
                    </a:cubicBezTo>
                    <a:lnTo>
                      <a:pt x="52096" y="140787"/>
                    </a:lnTo>
                    <a:cubicBezTo>
                      <a:pt x="54887" y="143578"/>
                      <a:pt x="59413" y="143578"/>
                      <a:pt x="62204" y="140787"/>
                    </a:cubicBezTo>
                    <a:cubicBezTo>
                      <a:pt x="64996" y="137996"/>
                      <a:pt x="64996" y="133470"/>
                      <a:pt x="62204" y="130679"/>
                    </a:cubicBezTo>
                    <a:lnTo>
                      <a:pt x="45818" y="114301"/>
                    </a:lnTo>
                    <a:lnTo>
                      <a:pt x="62204" y="97924"/>
                    </a:lnTo>
                    <a:cubicBezTo>
                      <a:pt x="63546" y="96585"/>
                      <a:pt x="64299" y="94766"/>
                      <a:pt x="64299" y="92870"/>
                    </a:cubicBezTo>
                    <a:cubicBezTo>
                      <a:pt x="64299" y="90974"/>
                      <a:pt x="63546" y="89156"/>
                      <a:pt x="62204" y="87816"/>
                    </a:cubicBezTo>
                    <a:close/>
                    <a:moveTo>
                      <a:pt x="157162" y="57151"/>
                    </a:moveTo>
                    <a:lnTo>
                      <a:pt x="157162" y="171451"/>
                    </a:lnTo>
                    <a:cubicBezTo>
                      <a:pt x="157162" y="179342"/>
                      <a:pt x="150766" y="185739"/>
                      <a:pt x="142875" y="185739"/>
                    </a:cubicBezTo>
                    <a:lnTo>
                      <a:pt x="14288" y="185739"/>
                    </a:lnTo>
                    <a:cubicBezTo>
                      <a:pt x="6397" y="185739"/>
                      <a:pt x="0" y="179342"/>
                      <a:pt x="0" y="171451"/>
                    </a:cubicBezTo>
                    <a:lnTo>
                      <a:pt x="0" y="14289"/>
                    </a:lnTo>
                    <a:cubicBezTo>
                      <a:pt x="0" y="6398"/>
                      <a:pt x="6397" y="1"/>
                      <a:pt x="14288" y="1"/>
                    </a:cubicBezTo>
                    <a:lnTo>
                      <a:pt x="100012" y="1"/>
                    </a:lnTo>
                    <a:cubicBezTo>
                      <a:pt x="101908" y="0"/>
                      <a:pt x="103726" y="752"/>
                      <a:pt x="105067" y="2091"/>
                    </a:cubicBezTo>
                    <a:lnTo>
                      <a:pt x="155073" y="52097"/>
                    </a:lnTo>
                    <a:cubicBezTo>
                      <a:pt x="156412" y="53438"/>
                      <a:pt x="157164" y="55256"/>
                      <a:pt x="157162" y="57151"/>
                    </a:cubicBezTo>
                    <a:close/>
                    <a:moveTo>
                      <a:pt x="107156" y="50008"/>
                    </a:moveTo>
                    <a:lnTo>
                      <a:pt x="132776" y="50008"/>
                    </a:lnTo>
                    <a:lnTo>
                      <a:pt x="107156" y="24388"/>
                    </a:lnTo>
                    <a:close/>
                    <a:moveTo>
                      <a:pt x="142875" y="171451"/>
                    </a:moveTo>
                    <a:lnTo>
                      <a:pt x="142875" y="64295"/>
                    </a:lnTo>
                    <a:lnTo>
                      <a:pt x="100012" y="64295"/>
                    </a:lnTo>
                    <a:cubicBezTo>
                      <a:pt x="96067" y="64295"/>
                      <a:pt x="92869" y="61097"/>
                      <a:pt x="92869" y="57151"/>
                    </a:cubicBezTo>
                    <a:lnTo>
                      <a:pt x="92869" y="14289"/>
                    </a:lnTo>
                    <a:lnTo>
                      <a:pt x="14288" y="14289"/>
                    </a:lnTo>
                    <a:lnTo>
                      <a:pt x="14288" y="171451"/>
                    </a:lnTo>
                    <a:lnTo>
                      <a:pt x="142875" y="1714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78255" y="451199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入口机制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09850" y="4343400"/>
              <a:ext cx="165735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853533" y="4485146"/>
              <a:ext cx="165892" cy="172565"/>
              <a:chOff x="2853533" y="4485146"/>
              <a:chExt cx="165892" cy="17256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969419" y="449341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42862" y="21431"/>
                    </a:moveTo>
                    <a:cubicBezTo>
                      <a:pt x="42862" y="33267"/>
                      <a:pt x="33267" y="42862"/>
                      <a:pt x="21431" y="42862"/>
                    </a:cubicBezTo>
                    <a:cubicBezTo>
                      <a:pt x="9595" y="42862"/>
                      <a:pt x="0" y="33267"/>
                      <a:pt x="0" y="21431"/>
                    </a:cubicBez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853533" y="4485146"/>
                <a:ext cx="165892" cy="172565"/>
              </a:xfrm>
              <a:custGeom>
                <a:avLst/>
                <a:gdLst/>
                <a:ahLst/>
                <a:cxnLst/>
                <a:rect l="l" t="t" r="r" b="b"/>
                <a:pathLst>
                  <a:path w="165892" h="172565">
                    <a:moveTo>
                      <a:pt x="165892" y="29704"/>
                    </a:moveTo>
                    <a:cubicBezTo>
                      <a:pt x="165884" y="14856"/>
                      <a:pt x="154507" y="2488"/>
                      <a:pt x="139711" y="1244"/>
                    </a:cubicBezTo>
                    <a:cubicBezTo>
                      <a:pt x="124915" y="0"/>
                      <a:pt x="111632" y="10295"/>
                      <a:pt x="109145" y="24933"/>
                    </a:cubicBezTo>
                    <a:cubicBezTo>
                      <a:pt x="106658" y="39571"/>
                      <a:pt x="115797" y="53674"/>
                      <a:pt x="130173" y="57386"/>
                    </a:cubicBezTo>
                    <a:lnTo>
                      <a:pt x="130173" y="65423"/>
                    </a:lnTo>
                    <a:cubicBezTo>
                      <a:pt x="130173" y="73314"/>
                      <a:pt x="123776" y="79710"/>
                      <a:pt x="115885" y="79710"/>
                    </a:cubicBezTo>
                    <a:lnTo>
                      <a:pt x="51592" y="79710"/>
                    </a:lnTo>
                    <a:cubicBezTo>
                      <a:pt x="46572" y="79704"/>
                      <a:pt x="41641" y="81033"/>
                      <a:pt x="37304" y="83559"/>
                    </a:cubicBezTo>
                    <a:lnTo>
                      <a:pt x="37304" y="57386"/>
                    </a:lnTo>
                    <a:cubicBezTo>
                      <a:pt x="51237" y="53789"/>
                      <a:pt x="60321" y="40393"/>
                      <a:pt x="58508" y="26118"/>
                    </a:cubicBezTo>
                    <a:cubicBezTo>
                      <a:pt x="56694" y="11843"/>
                      <a:pt x="44550" y="1144"/>
                      <a:pt x="30160" y="1144"/>
                    </a:cubicBezTo>
                    <a:cubicBezTo>
                      <a:pt x="15771" y="1144"/>
                      <a:pt x="3626" y="11843"/>
                      <a:pt x="1813" y="26118"/>
                    </a:cubicBezTo>
                    <a:cubicBezTo>
                      <a:pt x="0" y="40393"/>
                      <a:pt x="9084" y="53789"/>
                      <a:pt x="23017" y="57386"/>
                    </a:cubicBezTo>
                    <a:lnTo>
                      <a:pt x="23017" y="116322"/>
                    </a:lnTo>
                    <a:cubicBezTo>
                      <a:pt x="9084" y="119920"/>
                      <a:pt x="0" y="133316"/>
                      <a:pt x="1813" y="147590"/>
                    </a:cubicBezTo>
                    <a:cubicBezTo>
                      <a:pt x="3626" y="161865"/>
                      <a:pt x="15771" y="172565"/>
                      <a:pt x="30160" y="172565"/>
                    </a:cubicBezTo>
                    <a:cubicBezTo>
                      <a:pt x="44550" y="172565"/>
                      <a:pt x="56694" y="161865"/>
                      <a:pt x="58508" y="147590"/>
                    </a:cubicBezTo>
                    <a:cubicBezTo>
                      <a:pt x="60321" y="133316"/>
                      <a:pt x="51237" y="119920"/>
                      <a:pt x="37304" y="116322"/>
                    </a:cubicBezTo>
                    <a:lnTo>
                      <a:pt x="37304" y="108285"/>
                    </a:lnTo>
                    <a:cubicBezTo>
                      <a:pt x="37304" y="100395"/>
                      <a:pt x="43701" y="93998"/>
                      <a:pt x="51592" y="93998"/>
                    </a:cubicBezTo>
                    <a:lnTo>
                      <a:pt x="115885" y="93998"/>
                    </a:lnTo>
                    <a:cubicBezTo>
                      <a:pt x="131667" y="93998"/>
                      <a:pt x="144460" y="81205"/>
                      <a:pt x="144460" y="65423"/>
                    </a:cubicBezTo>
                    <a:lnTo>
                      <a:pt x="144460" y="57386"/>
                    </a:lnTo>
                    <a:cubicBezTo>
                      <a:pt x="157071" y="54111"/>
                      <a:pt x="165879" y="42733"/>
                      <a:pt x="165892" y="29704"/>
                    </a:cubicBezTo>
                    <a:close/>
                    <a:moveTo>
                      <a:pt x="15873" y="29704"/>
                    </a:moveTo>
                    <a:cubicBezTo>
                      <a:pt x="15873" y="21813"/>
                      <a:pt x="22270" y="15417"/>
                      <a:pt x="30160" y="15417"/>
                    </a:cubicBezTo>
                    <a:cubicBezTo>
                      <a:pt x="38051" y="15417"/>
                      <a:pt x="44448" y="21813"/>
                      <a:pt x="44448" y="29704"/>
                    </a:cubicBezTo>
                    <a:cubicBezTo>
                      <a:pt x="44448" y="37595"/>
                      <a:pt x="38051" y="43992"/>
                      <a:pt x="30160" y="43992"/>
                    </a:cubicBezTo>
                    <a:cubicBezTo>
                      <a:pt x="22270" y="43992"/>
                      <a:pt x="15873" y="37595"/>
                      <a:pt x="15873" y="29704"/>
                    </a:cubicBezTo>
                    <a:close/>
                    <a:moveTo>
                      <a:pt x="44448" y="144004"/>
                    </a:moveTo>
                    <a:cubicBezTo>
                      <a:pt x="44448" y="151895"/>
                      <a:pt x="38051" y="158292"/>
                      <a:pt x="30160" y="158292"/>
                    </a:cubicBezTo>
                    <a:cubicBezTo>
                      <a:pt x="22270" y="158292"/>
                      <a:pt x="15873" y="151895"/>
                      <a:pt x="15873" y="144004"/>
                    </a:cubicBezTo>
                    <a:cubicBezTo>
                      <a:pt x="15873" y="136113"/>
                      <a:pt x="22270" y="129717"/>
                      <a:pt x="30160" y="129717"/>
                    </a:cubicBezTo>
                    <a:cubicBezTo>
                      <a:pt x="38051" y="129717"/>
                      <a:pt x="44448" y="136113"/>
                      <a:pt x="44448" y="144004"/>
                    </a:cubicBezTo>
                    <a:close/>
                    <a:moveTo>
                      <a:pt x="137317" y="43992"/>
                    </a:moveTo>
                    <a:cubicBezTo>
                      <a:pt x="129426" y="43992"/>
                      <a:pt x="123029" y="37595"/>
                      <a:pt x="123029" y="29704"/>
                    </a:cubicBezTo>
                    <a:cubicBezTo>
                      <a:pt x="123029" y="21813"/>
                      <a:pt x="129426" y="15417"/>
                      <a:pt x="137317" y="15417"/>
                    </a:cubicBezTo>
                    <a:cubicBezTo>
                      <a:pt x="145207" y="15417"/>
                      <a:pt x="151604" y="21813"/>
                      <a:pt x="151604" y="29704"/>
                    </a:cubicBezTo>
                    <a:cubicBezTo>
                      <a:pt x="151604" y="37595"/>
                      <a:pt x="145207" y="43992"/>
                      <a:pt x="137317" y="439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164205" y="4511992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工作流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95800" y="4343400"/>
              <a:ext cx="165735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726781" y="4493419"/>
              <a:ext cx="185738" cy="157162"/>
              <a:chOff x="4726781" y="4493419"/>
              <a:chExt cx="185738" cy="1571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733925" y="4500562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71450" y="7144"/>
                    </a:moveTo>
                    <a:lnTo>
                      <a:pt x="171450" y="135731"/>
                    </a:lnTo>
                    <a:cubicBezTo>
                      <a:pt x="171450" y="139677"/>
                      <a:pt x="168252" y="142875"/>
                      <a:pt x="164306" y="142875"/>
                    </a:cubicBezTo>
                    <a:lnTo>
                      <a:pt x="7144" y="142875"/>
                    </a:lnTo>
                    <a:cubicBezTo>
                      <a:pt x="3198" y="142875"/>
                      <a:pt x="0" y="139677"/>
                      <a:pt x="0" y="135731"/>
                    </a:cubicBezTo>
                    <a:lnTo>
                      <a:pt x="0" y="7144"/>
                    </a:lnTo>
                    <a:cubicBezTo>
                      <a:pt x="0" y="3198"/>
                      <a:pt x="3198" y="0"/>
                      <a:pt x="7144" y="0"/>
                    </a:cubicBezTo>
                    <a:lnTo>
                      <a:pt x="164306" y="0"/>
                    </a:lnTo>
                    <a:cubicBezTo>
                      <a:pt x="168252" y="0"/>
                      <a:pt x="171450" y="3198"/>
                      <a:pt x="171450" y="7144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26781" y="4493419"/>
                <a:ext cx="18573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57162">
                    <a:moveTo>
                      <a:pt x="92869" y="78581"/>
                    </a:moveTo>
                    <a:cubicBezTo>
                      <a:pt x="92870" y="80752"/>
                      <a:pt x="91884" y="82806"/>
                      <a:pt x="90190" y="84162"/>
                    </a:cubicBezTo>
                    <a:lnTo>
                      <a:pt x="54471" y="112737"/>
                    </a:lnTo>
                    <a:cubicBezTo>
                      <a:pt x="51389" y="115203"/>
                      <a:pt x="46891" y="114703"/>
                      <a:pt x="44425" y="111621"/>
                    </a:cubicBezTo>
                    <a:cubicBezTo>
                      <a:pt x="41959" y="108539"/>
                      <a:pt x="42459" y="104041"/>
                      <a:pt x="45541" y="101575"/>
                    </a:cubicBezTo>
                    <a:lnTo>
                      <a:pt x="74286" y="78581"/>
                    </a:lnTo>
                    <a:lnTo>
                      <a:pt x="45541" y="55587"/>
                    </a:lnTo>
                    <a:cubicBezTo>
                      <a:pt x="42459" y="53121"/>
                      <a:pt x="41959" y="48624"/>
                      <a:pt x="44425" y="45541"/>
                    </a:cubicBezTo>
                    <a:cubicBezTo>
                      <a:pt x="46891" y="42459"/>
                      <a:pt x="51389" y="41959"/>
                      <a:pt x="54471" y="44425"/>
                    </a:cubicBezTo>
                    <a:lnTo>
                      <a:pt x="90190" y="73000"/>
                    </a:lnTo>
                    <a:cubicBezTo>
                      <a:pt x="91884" y="74357"/>
                      <a:pt x="92870" y="76411"/>
                      <a:pt x="92869" y="78581"/>
                    </a:cubicBezTo>
                    <a:close/>
                    <a:moveTo>
                      <a:pt x="135731" y="100012"/>
                    </a:moveTo>
                    <a:lnTo>
                      <a:pt x="100012" y="100012"/>
                    </a:lnTo>
                    <a:cubicBezTo>
                      <a:pt x="96067" y="100012"/>
                      <a:pt x="92869" y="103211"/>
                      <a:pt x="92869" y="107156"/>
                    </a:cubicBezTo>
                    <a:cubicBezTo>
                      <a:pt x="92869" y="111102"/>
                      <a:pt x="96067" y="114300"/>
                      <a:pt x="100012" y="114300"/>
                    </a:cubicBezTo>
                    <a:lnTo>
                      <a:pt x="135731" y="114300"/>
                    </a:lnTo>
                    <a:cubicBezTo>
                      <a:pt x="139677" y="114300"/>
                      <a:pt x="142875" y="111102"/>
                      <a:pt x="142875" y="107156"/>
                    </a:cubicBezTo>
                    <a:cubicBezTo>
                      <a:pt x="142875" y="103211"/>
                      <a:pt x="139677" y="100012"/>
                      <a:pt x="135731" y="100012"/>
                    </a:cubicBezTo>
                    <a:close/>
                    <a:moveTo>
                      <a:pt x="185738" y="14288"/>
                    </a:moveTo>
                    <a:lnTo>
                      <a:pt x="185738" y="142875"/>
                    </a:lnTo>
                    <a:cubicBezTo>
                      <a:pt x="185738" y="150766"/>
                      <a:pt x="179341" y="157162"/>
                      <a:pt x="171450" y="157162"/>
                    </a:cubicBezTo>
                    <a:lnTo>
                      <a:pt x="14288" y="157162"/>
                    </a:lnTo>
                    <a:cubicBezTo>
                      <a:pt x="6397" y="157162"/>
                      <a:pt x="0" y="150766"/>
                      <a:pt x="0" y="142875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lose/>
                    <a:moveTo>
                      <a:pt x="171450" y="142875"/>
                    </a:moveTo>
                    <a:lnTo>
                      <a:pt x="171450" y="14288"/>
                    </a:lnTo>
                    <a:lnTo>
                      <a:pt x="14288" y="14288"/>
                    </a:lnTo>
                    <a:lnTo>
                      <a:pt x="14288" y="142875"/>
                    </a:lnTo>
                    <a:lnTo>
                      <a:pt x="171450" y="1428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050155" y="451199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脚本驱动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4343400"/>
              <a:ext cx="165735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12731" y="4479131"/>
              <a:ext cx="185738" cy="185738"/>
              <a:chOff x="6612731" y="4479131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619875" y="44862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12731" y="447913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36105" y="451199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业务落地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96300" y="2647950"/>
            <a:ext cx="2400300" cy="1924050"/>
            <a:chOff x="8496300" y="2647950"/>
            <a:chExt cx="2400300" cy="1924050"/>
          </a:xfrm>
        </p:grpSpPr>
        <p:sp>
          <p:nvSpPr>
            <p:cNvPr id="38" name="Rectangle 38"/>
            <p:cNvSpPr/>
            <p:nvPr/>
          </p:nvSpPr>
          <p:spPr>
            <a:xfrm>
              <a:off x="8496300" y="2647950"/>
              <a:ext cx="2400300" cy="1924050"/>
            </a:xfrm>
            <a:prstGeom prst="roundRect">
              <a:avLst>
                <a:gd name="adj" fmla="val 891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801100" y="3009900"/>
              <a:ext cx="1790700" cy="209550"/>
            </a:xfrm>
            <a:prstGeom prst="roundRect">
              <a:avLst>
                <a:gd name="adj" fmla="val 27273"/>
              </a:avLst>
            </a:prstGeom>
            <a:solidFill>
              <a:srgbClr val="FFFFFF">
                <a:alpha val="34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01100" y="3448050"/>
              <a:ext cx="1333500" cy="171450"/>
            </a:xfrm>
            <a:prstGeom prst="roundRect">
              <a:avLst>
                <a:gd name="adj" fmla="val 27778"/>
              </a:avLst>
            </a:prstGeom>
            <a:solidFill>
              <a:srgbClr val="FFFFFF">
                <a:alpha val="24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801100" y="3829050"/>
              <a:ext cx="1543050" cy="171450"/>
            </a:xfrm>
            <a:prstGeom prst="roundRect">
              <a:avLst>
                <a:gd name="adj" fmla="val 27778"/>
              </a:avLst>
            </a:prstGeom>
            <a:solidFill>
              <a:srgbClr val="FFFFFF">
                <a:alpha val="24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904257" y="3914775"/>
              <a:ext cx="460757" cy="476250"/>
              <a:chOff x="9904257" y="3914775"/>
              <a:chExt cx="460757" cy="4762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924133" y="4216241"/>
                <a:ext cx="420862" cy="155736"/>
              </a:xfrm>
              <a:custGeom>
                <a:avLst/>
                <a:gdLst/>
                <a:ahLst/>
                <a:cxnLst/>
                <a:rect l="l" t="t" r="r" b="b"/>
                <a:pathLst>
                  <a:path w="420862" h="155736">
                    <a:moveTo>
                      <a:pt x="400967" y="155734"/>
                    </a:moveTo>
                    <a:lnTo>
                      <a:pt x="19967" y="155734"/>
                    </a:lnTo>
                    <a:cubicBezTo>
                      <a:pt x="13100" y="155736"/>
                      <a:pt x="6764" y="152043"/>
                      <a:pt x="3382" y="146067"/>
                    </a:cubicBezTo>
                    <a:cubicBezTo>
                      <a:pt x="0" y="140092"/>
                      <a:pt x="95" y="132759"/>
                      <a:pt x="3631" y="126873"/>
                    </a:cubicBezTo>
                    <a:lnTo>
                      <a:pt x="76212" y="5906"/>
                    </a:lnTo>
                    <a:lnTo>
                      <a:pt x="76212" y="5906"/>
                    </a:lnTo>
                    <a:cubicBezTo>
                      <a:pt x="107716" y="0"/>
                      <a:pt x="152412" y="2548"/>
                      <a:pt x="210443" y="31909"/>
                    </a:cubicBezTo>
                    <a:cubicBezTo>
                      <a:pt x="287238" y="70795"/>
                      <a:pt x="340816" y="62651"/>
                      <a:pt x="371177" y="50125"/>
                    </a:cubicBezTo>
                    <a:lnTo>
                      <a:pt x="371177" y="50125"/>
                    </a:lnTo>
                    <a:lnTo>
                      <a:pt x="417231" y="126873"/>
                    </a:lnTo>
                    <a:cubicBezTo>
                      <a:pt x="420760" y="132748"/>
                      <a:pt x="420862" y="140066"/>
                      <a:pt x="417497" y="146036"/>
                    </a:cubicBezTo>
                    <a:cubicBezTo>
                      <a:pt x="414133" y="152007"/>
                      <a:pt x="407820" y="155710"/>
                      <a:pt x="400967" y="155734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904257" y="3914775"/>
                <a:ext cx="460757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60757" h="476250">
                    <a:moveTo>
                      <a:pt x="453442" y="418552"/>
                    </a:moveTo>
                    <a:lnTo>
                      <a:pt x="306543" y="173641"/>
                    </a:lnTo>
                    <a:lnTo>
                      <a:pt x="306543" y="38100"/>
                    </a:lnTo>
                    <a:lnTo>
                      <a:pt x="325593" y="38100"/>
                    </a:lnTo>
                    <a:cubicBezTo>
                      <a:pt x="336114" y="38100"/>
                      <a:pt x="344643" y="29571"/>
                      <a:pt x="344643" y="19050"/>
                    </a:cubicBezTo>
                    <a:cubicBezTo>
                      <a:pt x="344643" y="8529"/>
                      <a:pt x="336114" y="0"/>
                      <a:pt x="325593" y="0"/>
                    </a:cubicBezTo>
                    <a:lnTo>
                      <a:pt x="135093" y="0"/>
                    </a:lnTo>
                    <a:cubicBezTo>
                      <a:pt x="124572" y="0"/>
                      <a:pt x="116043" y="8529"/>
                      <a:pt x="116043" y="19050"/>
                    </a:cubicBezTo>
                    <a:cubicBezTo>
                      <a:pt x="116043" y="29571"/>
                      <a:pt x="124572" y="38100"/>
                      <a:pt x="135093" y="38100"/>
                    </a:cubicBezTo>
                    <a:lnTo>
                      <a:pt x="154143" y="38100"/>
                    </a:lnTo>
                    <a:lnTo>
                      <a:pt x="154143" y="173641"/>
                    </a:lnTo>
                    <a:lnTo>
                      <a:pt x="7244" y="418552"/>
                    </a:lnTo>
                    <a:cubicBezTo>
                      <a:pt x="190" y="430311"/>
                      <a:pt x="0" y="444954"/>
                      <a:pt x="6745" y="456892"/>
                    </a:cubicBezTo>
                    <a:cubicBezTo>
                      <a:pt x="13490" y="468830"/>
                      <a:pt x="26131" y="476223"/>
                      <a:pt x="39843" y="476250"/>
                    </a:cubicBezTo>
                    <a:lnTo>
                      <a:pt x="420843" y="476250"/>
                    </a:lnTo>
                    <a:cubicBezTo>
                      <a:pt x="434568" y="476249"/>
                      <a:pt x="447232" y="468866"/>
                      <a:pt x="453994" y="456923"/>
                    </a:cubicBezTo>
                    <a:cubicBezTo>
                      <a:pt x="460757" y="444980"/>
                      <a:pt x="460573" y="430322"/>
                      <a:pt x="453514" y="418552"/>
                    </a:cubicBezTo>
                    <a:close/>
                    <a:moveTo>
                      <a:pt x="189528" y="188714"/>
                    </a:moveTo>
                    <a:cubicBezTo>
                      <a:pt x="191310" y="185761"/>
                      <a:pt x="192249" y="182376"/>
                      <a:pt x="192243" y="178927"/>
                    </a:cubicBezTo>
                    <a:lnTo>
                      <a:pt x="192243" y="38100"/>
                    </a:lnTo>
                    <a:lnTo>
                      <a:pt x="268443" y="38100"/>
                    </a:lnTo>
                    <a:lnTo>
                      <a:pt x="268443" y="178927"/>
                    </a:lnTo>
                    <a:cubicBezTo>
                      <a:pt x="268437" y="182376"/>
                      <a:pt x="269376" y="185761"/>
                      <a:pt x="271157" y="188714"/>
                    </a:cubicBezTo>
                    <a:lnTo>
                      <a:pt x="362169" y="340519"/>
                    </a:lnTo>
                    <a:cubicBezTo>
                      <a:pt x="333594" y="346162"/>
                      <a:pt x="292946" y="343781"/>
                      <a:pt x="238939" y="316444"/>
                    </a:cubicBezTo>
                    <a:cubicBezTo>
                      <a:pt x="201053" y="297275"/>
                      <a:pt x="165001" y="287107"/>
                      <a:pt x="131259" y="285940"/>
                    </a:cubicBezTo>
                    <a:close/>
                    <a:moveTo>
                      <a:pt x="39843" y="438150"/>
                    </a:moveTo>
                    <a:lnTo>
                      <a:pt x="107804" y="324850"/>
                    </a:lnTo>
                    <a:cubicBezTo>
                      <a:pt x="141737" y="320731"/>
                      <a:pt x="179979" y="329255"/>
                      <a:pt x="221675" y="350377"/>
                    </a:cubicBezTo>
                    <a:cubicBezTo>
                      <a:pt x="266919" y="373261"/>
                      <a:pt x="305019" y="381048"/>
                      <a:pt x="335975" y="381048"/>
                    </a:cubicBezTo>
                    <a:cubicBezTo>
                      <a:pt x="351719" y="381117"/>
                      <a:pt x="367393" y="378953"/>
                      <a:pt x="382529" y="374618"/>
                    </a:cubicBezTo>
                    <a:lnTo>
                      <a:pt x="420843" y="438150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710565" y="6192202"/>
            <a:ext cx="10769775" cy="213360"/>
            <a:chOff x="710565" y="6192202"/>
            <a:chExt cx="10769775" cy="213360"/>
          </a:xfrm>
        </p:grpSpPr>
        <p:sp>
          <p:nvSpPr>
            <p:cNvPr id="46" name="TextBox 46"/>
            <p:cNvSpPr txBox="1"/>
            <p:nvPr/>
          </p:nvSpPr>
          <p:spPr>
            <a:xfrm>
              <a:off x="710565" y="6192202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Source: local playwright-skill project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16615" y="619220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6000"/>
                    </a:srgbClr>
                  </a:solidFill>
                  <a:latin typeface="Arial"/>
                  <a:ea typeface="Microsoft YaHei"/>
                  <a:cs typeface="Arial"/>
                </a:rPr>
                <a:t>01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15278"/>
            <a:ext cx="4845653" cy="622934"/>
            <a:chOff x="501015" y="315278"/>
            <a:chExt cx="4845653" cy="62293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15278"/>
              <a:ext cx="448362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五个问题，串起整套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724852"/>
              <a:ext cx="48266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从“怎么触发”到“怎么落地”，把 Playwright Skill 拆成可复用开发方法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314450"/>
            <a:ext cx="6572250" cy="4038600"/>
            <a:chOff x="533400" y="1314450"/>
            <a:chExt cx="6572250" cy="4038600"/>
          </a:xfrm>
        </p:grpSpPr>
        <p:sp>
          <p:nvSpPr>
            <p:cNvPr id="8" name="Rectangle 8"/>
            <p:cNvSpPr/>
            <p:nvPr/>
          </p:nvSpPr>
          <p:spPr>
            <a:xfrm>
              <a:off x="533400" y="1314450"/>
              <a:ext cx="6572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33425" y="1476375"/>
              <a:ext cx="361950" cy="36195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530" y="1578292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4440" y="1386840"/>
              <a:ext cx="1784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Skill 原理剖析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3965" y="1724978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入口机制、6 步工作流、references、scripts、响应契约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152650"/>
              <a:ext cx="6572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3425" y="2314575"/>
              <a:ext cx="361950" cy="36195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1530" y="24164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4440" y="2225040"/>
              <a:ext cx="1784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Skill 开发方法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3965" y="2563178"/>
              <a:ext cx="42361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目录结构、SKILL.md、References、inspect/scaffold 脚本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990850"/>
              <a:ext cx="6572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33425" y="3152775"/>
              <a:ext cx="361950" cy="36195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530" y="32546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4440" y="3063240"/>
              <a:ext cx="1784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Skill 使用方法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3965" y="3401378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安装命令、自然语言触发、完整 8 步表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29050"/>
              <a:ext cx="6572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33425" y="3990975"/>
              <a:ext cx="361950" cy="36195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1530" y="40928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4440" y="39014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业务场景实战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43965" y="4239578"/>
              <a:ext cx="458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已有项目、冒烟测试、稳定选择器、调试、Page Object、数据隔离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67250"/>
              <a:ext cx="6572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3425" y="4829175"/>
              <a:ext cx="361950" cy="36195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1530" y="4931092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4440" y="473964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43965" y="5077778"/>
              <a:ext cx="25723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好 Skill 的工程化公式和后续扩展方向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677150" y="1314450"/>
            <a:ext cx="3981450" cy="4038600"/>
            <a:chOff x="7677150" y="1314450"/>
            <a:chExt cx="3981450" cy="4038600"/>
          </a:xfrm>
        </p:grpSpPr>
        <p:sp>
          <p:nvSpPr>
            <p:cNvPr id="34" name="Rectangle 34"/>
            <p:cNvSpPr/>
            <p:nvPr/>
          </p:nvSpPr>
          <p:spPr>
            <a:xfrm>
              <a:off x="7677150" y="1314450"/>
              <a:ext cx="3981450" cy="4038600"/>
            </a:xfrm>
            <a:prstGeom prst="roundRect">
              <a:avLst>
                <a:gd name="adj" fmla="val 382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040227" y="1679738"/>
              <a:ext cx="362470" cy="359961"/>
              <a:chOff x="8040227" y="1679738"/>
              <a:chExt cx="362470" cy="35996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145066" y="1782366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150019" y="75009"/>
                    </a:moveTo>
                    <a:cubicBezTo>
                      <a:pt x="150019" y="116436"/>
                      <a:pt x="116436" y="150019"/>
                      <a:pt x="75009" y="150019"/>
                    </a:cubicBezTo>
                    <a:cubicBezTo>
                      <a:pt x="33583" y="150019"/>
                      <a:pt x="0" y="116436"/>
                      <a:pt x="0" y="75009"/>
                    </a:cubicBezTo>
                    <a:cubicBezTo>
                      <a:pt x="0" y="33583"/>
                      <a:pt x="33583" y="0"/>
                      <a:pt x="75009" y="0"/>
                    </a:cubicBezTo>
                    <a:cubicBezTo>
                      <a:pt x="116436" y="0"/>
                      <a:pt x="150019" y="33583"/>
                      <a:pt x="150019" y="75009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40227" y="1679738"/>
                <a:ext cx="362470" cy="359961"/>
              </a:xfrm>
              <a:custGeom>
                <a:avLst/>
                <a:gdLst/>
                <a:ahLst/>
                <a:cxnLst/>
                <a:rect l="l" t="t" r="r" b="b"/>
                <a:pathLst>
                  <a:path w="362470" h="359961">
                    <a:moveTo>
                      <a:pt x="326539" y="107566"/>
                    </a:moveTo>
                    <a:cubicBezTo>
                      <a:pt x="362470" y="182715"/>
                      <a:pt x="335830" y="272864"/>
                      <a:pt x="264824" y="316413"/>
                    </a:cubicBezTo>
                    <a:cubicBezTo>
                      <a:pt x="193817" y="359961"/>
                      <a:pt x="101387" y="342837"/>
                      <a:pt x="50694" y="276742"/>
                    </a:cubicBezTo>
                    <a:cubicBezTo>
                      <a:pt x="0" y="210647"/>
                      <a:pt x="7423" y="116937"/>
                      <a:pt x="67891" y="59648"/>
                    </a:cubicBezTo>
                    <a:cubicBezTo>
                      <a:pt x="128358" y="2358"/>
                      <a:pt x="222331" y="0"/>
                      <a:pt x="285596" y="54185"/>
                    </a:cubicBezTo>
                    <a:lnTo>
                      <a:pt x="321022" y="18743"/>
                    </a:lnTo>
                    <a:cubicBezTo>
                      <a:pt x="325907" y="13858"/>
                      <a:pt x="333827" y="13858"/>
                      <a:pt x="338712" y="18743"/>
                    </a:cubicBezTo>
                    <a:cubicBezTo>
                      <a:pt x="343597" y="23628"/>
                      <a:pt x="343597" y="31547"/>
                      <a:pt x="338712" y="36432"/>
                    </a:cubicBezTo>
                    <a:lnTo>
                      <a:pt x="188693" y="186451"/>
                    </a:lnTo>
                    <a:cubicBezTo>
                      <a:pt x="183808" y="191336"/>
                      <a:pt x="175888" y="191336"/>
                      <a:pt x="171004" y="186451"/>
                    </a:cubicBezTo>
                    <a:cubicBezTo>
                      <a:pt x="166119" y="181566"/>
                      <a:pt x="166119" y="173646"/>
                      <a:pt x="171004" y="168761"/>
                    </a:cubicBezTo>
                    <a:lnTo>
                      <a:pt x="214321" y="125443"/>
                    </a:lnTo>
                    <a:cubicBezTo>
                      <a:pt x="190153" y="109459"/>
                      <a:pt x="158167" y="112181"/>
                      <a:pt x="137046" y="132018"/>
                    </a:cubicBezTo>
                    <a:cubicBezTo>
                      <a:pt x="115925" y="151856"/>
                      <a:pt x="111207" y="183608"/>
                      <a:pt x="125647" y="208730"/>
                    </a:cubicBezTo>
                    <a:cubicBezTo>
                      <a:pt x="140086" y="233852"/>
                      <a:pt x="169898" y="245757"/>
                      <a:pt x="197671" y="237491"/>
                    </a:cubicBezTo>
                    <a:cubicBezTo>
                      <a:pt x="225443" y="229226"/>
                      <a:pt x="243894" y="202957"/>
                      <a:pt x="242247" y="174028"/>
                    </a:cubicBezTo>
                    <a:cubicBezTo>
                      <a:pt x="241858" y="167123"/>
                      <a:pt x="247141" y="161211"/>
                      <a:pt x="254045" y="160823"/>
                    </a:cubicBezTo>
                    <a:cubicBezTo>
                      <a:pt x="260950" y="160435"/>
                      <a:pt x="266862" y="165717"/>
                      <a:pt x="267250" y="172621"/>
                    </a:cubicBezTo>
                    <a:cubicBezTo>
                      <a:pt x="269598" y="213595"/>
                      <a:pt x="243156" y="250696"/>
                      <a:pt x="203659" y="261847"/>
                    </a:cubicBezTo>
                    <a:cubicBezTo>
                      <a:pt x="164161" y="272997"/>
                      <a:pt x="122221" y="255202"/>
                      <a:pt x="102795" y="219049"/>
                    </a:cubicBezTo>
                    <a:cubicBezTo>
                      <a:pt x="83369" y="182897"/>
                      <a:pt x="91677" y="138101"/>
                      <a:pt x="122775" y="111319"/>
                    </a:cubicBezTo>
                    <a:cubicBezTo>
                      <a:pt x="153872" y="84536"/>
                      <a:pt x="199405" y="82963"/>
                      <a:pt x="232277" y="107535"/>
                    </a:cubicBezTo>
                    <a:lnTo>
                      <a:pt x="267828" y="71984"/>
                    </a:lnTo>
                    <a:cubicBezTo>
                      <a:pt x="213877" y="27190"/>
                      <a:pt x="134843" y="30238"/>
                      <a:pt x="84502" y="79054"/>
                    </a:cubicBezTo>
                    <a:cubicBezTo>
                      <a:pt x="34161" y="127870"/>
                      <a:pt x="28683" y="206773"/>
                      <a:pt x="71797" y="262076"/>
                    </a:cubicBezTo>
                    <a:cubicBezTo>
                      <a:pt x="114910" y="317380"/>
                      <a:pt x="192764" y="331319"/>
                      <a:pt x="252388" y="294410"/>
                    </a:cubicBezTo>
                    <a:cubicBezTo>
                      <a:pt x="312011" y="257500"/>
                      <a:pt x="334250" y="181599"/>
                      <a:pt x="303973" y="118349"/>
                    </a:cubicBezTo>
                    <a:cubicBezTo>
                      <a:pt x="300996" y="112118"/>
                      <a:pt x="303633" y="104652"/>
                      <a:pt x="309865" y="101675"/>
                    </a:cubicBezTo>
                    <a:cubicBezTo>
                      <a:pt x="316096" y="98697"/>
                      <a:pt x="323561" y="101335"/>
                      <a:pt x="326539" y="10756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587740" y="16725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学习路径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324850" y="2362200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0" y="0"/>
                  </a:moveTo>
                  <a:lnTo>
                    <a:pt x="0" y="219075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29600" y="2266950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12505" y="2283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先看机制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16315" y="253460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Skill 怎么被识别、约束和调用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229600" y="3009900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12505" y="30260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再看工程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16315" y="32775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文档、脚本、模板如何分工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229600" y="3752850"/>
              <a:ext cx="190500" cy="1905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12505" y="37690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最后落地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6315" y="40205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从一句话到本地测试报告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229600" y="445770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12505" y="44738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可复用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16315" y="4725352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沉淀成下一个 Skill 的模板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22922" y="6406991"/>
              <a:ext cx="27922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playwright-skill/SKILL.md, README.md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457200"/>
            <a:ext cx="12268200" cy="7429500"/>
            <a:chOff x="0" y="-457200"/>
            <a:chExt cx="12268200" cy="742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67800" y="-457200"/>
              <a:ext cx="3200400" cy="3200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591550" y="4533900"/>
              <a:ext cx="2438400" cy="24384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43890" y="1024890"/>
            <a:ext cx="11670030" cy="2327910"/>
            <a:chOff x="643890" y="1024890"/>
            <a:chExt cx="11670030" cy="2327910"/>
          </a:xfrm>
        </p:grpSpPr>
        <p:sp>
          <p:nvSpPr>
            <p:cNvPr id="7" name="TextBox 7"/>
            <p:cNvSpPr txBox="1"/>
            <p:nvPr/>
          </p:nvSpPr>
          <p:spPr>
            <a:xfrm>
              <a:off x="662940" y="1024890"/>
              <a:ext cx="2336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一、Skill 原理剖析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3890" y="1720215"/>
              <a:ext cx="494202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一个 Skill 的真正入口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3890" y="2253615"/>
              <a:ext cx="362626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不是一句提示词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2987040"/>
              <a:ext cx="11612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而是一套可执行的工程契约：什么时候触发、如何检查、读什么知识、跑什么脚本、最后怎么汇报。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06755" y="3943350"/>
            <a:ext cx="10006393" cy="1033462"/>
            <a:chOff x="706755" y="3943350"/>
            <a:chExt cx="10006393" cy="1033462"/>
          </a:xfrm>
        </p:grpSpPr>
        <p:sp>
          <p:nvSpPr>
            <p:cNvPr id="12" name="Line 12"/>
            <p:cNvSpPr/>
            <p:nvPr/>
          </p:nvSpPr>
          <p:spPr>
            <a:xfrm>
              <a:off x="819150" y="4114800"/>
              <a:ext cx="9391650" cy="9525"/>
            </a:xfrm>
            <a:custGeom>
              <a:avLst/>
              <a:gdLst/>
              <a:ahLst/>
              <a:cxnLst/>
              <a:rect l="l" t="t" r="r" b="b"/>
              <a:pathLst>
                <a:path w="9391650" h="9525">
                  <a:moveTo>
                    <a:pt x="0" y="0"/>
                  </a:moveTo>
                  <a:lnTo>
                    <a:pt x="939165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33450" y="3943350"/>
              <a:ext cx="342900" cy="3429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25921" y="4007013"/>
              <a:ext cx="157910" cy="215574"/>
              <a:chOff x="1025921" y="4007013"/>
              <a:chExt cx="157910" cy="21557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33462" y="4014788"/>
                <a:ext cx="1428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0025">
                    <a:moveTo>
                      <a:pt x="42862" y="200025"/>
                    </a:moveTo>
                    <a:lnTo>
                      <a:pt x="57150" y="128588"/>
                    </a:lnTo>
                    <a:lnTo>
                      <a:pt x="0" y="107156"/>
                    </a:lnTo>
                    <a:lnTo>
                      <a:pt x="100012" y="0"/>
                    </a:lnTo>
                    <a:lnTo>
                      <a:pt x="85725" y="71438"/>
                    </a:lnTo>
                    <a:lnTo>
                      <a:pt x="142875" y="92869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5921" y="4007013"/>
                <a:ext cx="157910" cy="215574"/>
              </a:xfrm>
              <a:custGeom>
                <a:avLst/>
                <a:gdLst/>
                <a:ahLst/>
                <a:cxnLst/>
                <a:rect l="l" t="t" r="r" b="b"/>
                <a:pathLst>
                  <a:path w="157910" h="215574">
                    <a:moveTo>
                      <a:pt x="157373" y="99009"/>
                    </a:moveTo>
                    <a:cubicBezTo>
                      <a:pt x="156824" y="96684"/>
                      <a:pt x="155148" y="94787"/>
                      <a:pt x="152908" y="93955"/>
                    </a:cubicBezTo>
                    <a:lnTo>
                      <a:pt x="101464" y="74658"/>
                    </a:lnTo>
                    <a:lnTo>
                      <a:pt x="114555" y="9176"/>
                    </a:lnTo>
                    <a:cubicBezTo>
                      <a:pt x="115164" y="6051"/>
                      <a:pt x="113631" y="2899"/>
                      <a:pt x="110796" y="1450"/>
                    </a:cubicBezTo>
                    <a:cubicBezTo>
                      <a:pt x="107960" y="0"/>
                      <a:pt x="104508" y="602"/>
                      <a:pt x="102331" y="2926"/>
                    </a:cubicBezTo>
                    <a:lnTo>
                      <a:pt x="2318" y="110082"/>
                    </a:lnTo>
                    <a:cubicBezTo>
                      <a:pt x="668" y="111820"/>
                      <a:pt x="0" y="114270"/>
                      <a:pt x="539" y="116606"/>
                    </a:cubicBezTo>
                    <a:cubicBezTo>
                      <a:pt x="1078" y="118941"/>
                      <a:pt x="2752" y="120851"/>
                      <a:pt x="4997" y="121690"/>
                    </a:cubicBezTo>
                    <a:lnTo>
                      <a:pt x="56459" y="140988"/>
                    </a:lnTo>
                    <a:lnTo>
                      <a:pt x="43404" y="206397"/>
                    </a:lnTo>
                    <a:cubicBezTo>
                      <a:pt x="42795" y="209523"/>
                      <a:pt x="44328" y="212674"/>
                      <a:pt x="47163" y="214124"/>
                    </a:cubicBezTo>
                    <a:cubicBezTo>
                      <a:pt x="49998" y="215574"/>
                      <a:pt x="53451" y="214972"/>
                      <a:pt x="55628" y="212648"/>
                    </a:cubicBezTo>
                    <a:lnTo>
                      <a:pt x="155641" y="105492"/>
                    </a:lnTo>
                    <a:cubicBezTo>
                      <a:pt x="157260" y="103754"/>
                      <a:pt x="157910" y="101324"/>
                      <a:pt x="157373" y="99009"/>
                    </a:cubicBezTo>
                    <a:close/>
                    <a:moveTo>
                      <a:pt x="62343" y="184582"/>
                    </a:moveTo>
                    <a:lnTo>
                      <a:pt x="71693" y="137809"/>
                    </a:lnTo>
                    <a:cubicBezTo>
                      <a:pt x="72384" y="134383"/>
                      <a:pt x="70495" y="130960"/>
                      <a:pt x="67228" y="129718"/>
                    </a:cubicBezTo>
                    <a:lnTo>
                      <a:pt x="20043" y="111993"/>
                    </a:lnTo>
                    <a:lnTo>
                      <a:pt x="95606" y="31036"/>
                    </a:lnTo>
                    <a:lnTo>
                      <a:pt x="86266" y="77810"/>
                    </a:lnTo>
                    <a:cubicBezTo>
                      <a:pt x="85575" y="81236"/>
                      <a:pt x="87464" y="84659"/>
                      <a:pt x="90731" y="85900"/>
                    </a:cubicBezTo>
                    <a:lnTo>
                      <a:pt x="137880" y="1035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06755" y="4483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入口机制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47634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description 触发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219450" y="3943350"/>
              <a:ext cx="342900" cy="3429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310733" y="4027946"/>
              <a:ext cx="165892" cy="172565"/>
              <a:chOff x="3310733" y="4027946"/>
              <a:chExt cx="165892" cy="17256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426619" y="403621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42862" y="21431"/>
                    </a:moveTo>
                    <a:cubicBezTo>
                      <a:pt x="42862" y="33267"/>
                      <a:pt x="33267" y="42862"/>
                      <a:pt x="21431" y="42862"/>
                    </a:cubicBezTo>
                    <a:cubicBezTo>
                      <a:pt x="9595" y="42862"/>
                      <a:pt x="0" y="33267"/>
                      <a:pt x="0" y="21431"/>
                    </a:cubicBez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310733" y="4027946"/>
                <a:ext cx="165892" cy="172565"/>
              </a:xfrm>
              <a:custGeom>
                <a:avLst/>
                <a:gdLst/>
                <a:ahLst/>
                <a:cxnLst/>
                <a:rect l="l" t="t" r="r" b="b"/>
                <a:pathLst>
                  <a:path w="165892" h="172565">
                    <a:moveTo>
                      <a:pt x="165892" y="29704"/>
                    </a:moveTo>
                    <a:cubicBezTo>
                      <a:pt x="165884" y="14856"/>
                      <a:pt x="154507" y="2488"/>
                      <a:pt x="139711" y="1244"/>
                    </a:cubicBezTo>
                    <a:cubicBezTo>
                      <a:pt x="124915" y="0"/>
                      <a:pt x="111632" y="10295"/>
                      <a:pt x="109145" y="24933"/>
                    </a:cubicBezTo>
                    <a:cubicBezTo>
                      <a:pt x="106658" y="39571"/>
                      <a:pt x="115797" y="53674"/>
                      <a:pt x="130173" y="57386"/>
                    </a:cubicBezTo>
                    <a:lnTo>
                      <a:pt x="130173" y="65423"/>
                    </a:lnTo>
                    <a:cubicBezTo>
                      <a:pt x="130173" y="73314"/>
                      <a:pt x="123776" y="79710"/>
                      <a:pt x="115885" y="79710"/>
                    </a:cubicBezTo>
                    <a:lnTo>
                      <a:pt x="51592" y="79710"/>
                    </a:lnTo>
                    <a:cubicBezTo>
                      <a:pt x="46572" y="79704"/>
                      <a:pt x="41641" y="81033"/>
                      <a:pt x="37304" y="83559"/>
                    </a:cubicBezTo>
                    <a:lnTo>
                      <a:pt x="37304" y="57386"/>
                    </a:lnTo>
                    <a:cubicBezTo>
                      <a:pt x="51237" y="53789"/>
                      <a:pt x="60321" y="40393"/>
                      <a:pt x="58508" y="26118"/>
                    </a:cubicBezTo>
                    <a:cubicBezTo>
                      <a:pt x="56694" y="11843"/>
                      <a:pt x="44550" y="1144"/>
                      <a:pt x="30160" y="1144"/>
                    </a:cubicBezTo>
                    <a:cubicBezTo>
                      <a:pt x="15771" y="1144"/>
                      <a:pt x="3626" y="11843"/>
                      <a:pt x="1813" y="26118"/>
                    </a:cubicBezTo>
                    <a:cubicBezTo>
                      <a:pt x="0" y="40393"/>
                      <a:pt x="9084" y="53789"/>
                      <a:pt x="23017" y="57386"/>
                    </a:cubicBezTo>
                    <a:lnTo>
                      <a:pt x="23017" y="116322"/>
                    </a:lnTo>
                    <a:cubicBezTo>
                      <a:pt x="9084" y="119920"/>
                      <a:pt x="0" y="133316"/>
                      <a:pt x="1813" y="147590"/>
                    </a:cubicBezTo>
                    <a:cubicBezTo>
                      <a:pt x="3626" y="161865"/>
                      <a:pt x="15771" y="172565"/>
                      <a:pt x="30160" y="172565"/>
                    </a:cubicBezTo>
                    <a:cubicBezTo>
                      <a:pt x="44550" y="172565"/>
                      <a:pt x="56694" y="161865"/>
                      <a:pt x="58508" y="147590"/>
                    </a:cubicBezTo>
                    <a:cubicBezTo>
                      <a:pt x="60321" y="133316"/>
                      <a:pt x="51237" y="119920"/>
                      <a:pt x="37304" y="116322"/>
                    </a:cubicBezTo>
                    <a:lnTo>
                      <a:pt x="37304" y="108285"/>
                    </a:lnTo>
                    <a:cubicBezTo>
                      <a:pt x="37304" y="100395"/>
                      <a:pt x="43701" y="93998"/>
                      <a:pt x="51592" y="93998"/>
                    </a:cubicBezTo>
                    <a:lnTo>
                      <a:pt x="115885" y="93998"/>
                    </a:lnTo>
                    <a:cubicBezTo>
                      <a:pt x="131667" y="93998"/>
                      <a:pt x="144460" y="81205"/>
                      <a:pt x="144460" y="65423"/>
                    </a:cubicBezTo>
                    <a:lnTo>
                      <a:pt x="144460" y="57386"/>
                    </a:lnTo>
                    <a:cubicBezTo>
                      <a:pt x="157071" y="54111"/>
                      <a:pt x="165879" y="42733"/>
                      <a:pt x="165892" y="29704"/>
                    </a:cubicBezTo>
                    <a:close/>
                    <a:moveTo>
                      <a:pt x="15873" y="29704"/>
                    </a:moveTo>
                    <a:cubicBezTo>
                      <a:pt x="15873" y="21813"/>
                      <a:pt x="22270" y="15417"/>
                      <a:pt x="30160" y="15417"/>
                    </a:cubicBezTo>
                    <a:cubicBezTo>
                      <a:pt x="38051" y="15417"/>
                      <a:pt x="44448" y="21813"/>
                      <a:pt x="44448" y="29704"/>
                    </a:cubicBezTo>
                    <a:cubicBezTo>
                      <a:pt x="44448" y="37595"/>
                      <a:pt x="38051" y="43992"/>
                      <a:pt x="30160" y="43992"/>
                    </a:cubicBezTo>
                    <a:cubicBezTo>
                      <a:pt x="22270" y="43992"/>
                      <a:pt x="15873" y="37595"/>
                      <a:pt x="15873" y="29704"/>
                    </a:cubicBezTo>
                    <a:close/>
                    <a:moveTo>
                      <a:pt x="44448" y="144004"/>
                    </a:moveTo>
                    <a:cubicBezTo>
                      <a:pt x="44448" y="151895"/>
                      <a:pt x="38051" y="158292"/>
                      <a:pt x="30160" y="158292"/>
                    </a:cubicBezTo>
                    <a:cubicBezTo>
                      <a:pt x="22270" y="158292"/>
                      <a:pt x="15873" y="151895"/>
                      <a:pt x="15873" y="144004"/>
                    </a:cubicBezTo>
                    <a:cubicBezTo>
                      <a:pt x="15873" y="136113"/>
                      <a:pt x="22270" y="129717"/>
                      <a:pt x="30160" y="129717"/>
                    </a:cubicBezTo>
                    <a:cubicBezTo>
                      <a:pt x="38051" y="129717"/>
                      <a:pt x="44448" y="136113"/>
                      <a:pt x="44448" y="144004"/>
                    </a:cubicBezTo>
                    <a:close/>
                    <a:moveTo>
                      <a:pt x="137317" y="43992"/>
                    </a:moveTo>
                    <a:cubicBezTo>
                      <a:pt x="129426" y="43992"/>
                      <a:pt x="123029" y="37595"/>
                      <a:pt x="123029" y="29704"/>
                    </a:cubicBezTo>
                    <a:cubicBezTo>
                      <a:pt x="123029" y="21813"/>
                      <a:pt x="129426" y="15417"/>
                      <a:pt x="137317" y="15417"/>
                    </a:cubicBezTo>
                    <a:cubicBezTo>
                      <a:pt x="145207" y="15417"/>
                      <a:pt x="151604" y="21813"/>
                      <a:pt x="151604" y="29704"/>
                    </a:cubicBezTo>
                    <a:cubicBezTo>
                      <a:pt x="151604" y="37595"/>
                      <a:pt x="145207" y="43992"/>
                      <a:pt x="137317" y="439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2992755" y="448341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6 步流程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96565" y="47634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先检查再实现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05450" y="3943350"/>
              <a:ext cx="342900" cy="3429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576888" y="4043362"/>
              <a:ext cx="200025" cy="171450"/>
              <a:chOff x="5576888" y="4043362"/>
              <a:chExt cx="200025" cy="1714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676900" y="4050506"/>
                <a:ext cx="9286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157162">
                    <a:moveTo>
                      <a:pt x="92869" y="7144"/>
                    </a:moveTo>
                    <a:lnTo>
                      <a:pt x="92869" y="121444"/>
                    </a:lnTo>
                    <a:cubicBezTo>
                      <a:pt x="92869" y="125389"/>
                      <a:pt x="89670" y="128588"/>
                      <a:pt x="85725" y="128588"/>
                    </a:cubicBezTo>
                    <a:lnTo>
                      <a:pt x="28575" y="128588"/>
                    </a:lnTo>
                    <a:cubicBezTo>
                      <a:pt x="12793" y="128588"/>
                      <a:pt x="0" y="141381"/>
                      <a:pt x="0" y="157162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89670" y="0"/>
                      <a:pt x="92869" y="3198"/>
                      <a:pt x="92869" y="7144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576888" y="4043362"/>
                <a:ext cx="2000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71450">
                    <a:moveTo>
                      <a:pt x="185738" y="0"/>
                    </a:moveTo>
                    <a:lnTo>
                      <a:pt x="128588" y="0"/>
                    </a:lnTo>
                    <a:cubicBezTo>
                      <a:pt x="117345" y="0"/>
                      <a:pt x="106758" y="5293"/>
                      <a:pt x="100012" y="14288"/>
                    </a:cubicBezTo>
                    <a:cubicBezTo>
                      <a:pt x="93267" y="5293"/>
                      <a:pt x="82680" y="0"/>
                      <a:pt x="71438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128588"/>
                    </a:lnTo>
                    <a:cubicBezTo>
                      <a:pt x="0" y="136478"/>
                      <a:pt x="6397" y="142875"/>
                      <a:pt x="14288" y="142875"/>
                    </a:cubicBezTo>
                    <a:lnTo>
                      <a:pt x="71438" y="142875"/>
                    </a:lnTo>
                    <a:cubicBezTo>
                      <a:pt x="83274" y="142875"/>
                      <a:pt x="92869" y="152470"/>
                      <a:pt x="92869" y="164306"/>
                    </a:cubicBezTo>
                    <a:cubicBezTo>
                      <a:pt x="92869" y="168252"/>
                      <a:pt x="96067" y="171450"/>
                      <a:pt x="100012" y="171450"/>
                    </a:cubicBezTo>
                    <a:cubicBezTo>
                      <a:pt x="103958" y="171450"/>
                      <a:pt x="107156" y="168252"/>
                      <a:pt x="107156" y="164306"/>
                    </a:cubicBezTo>
                    <a:cubicBezTo>
                      <a:pt x="107156" y="152470"/>
                      <a:pt x="116751" y="142875"/>
                      <a:pt x="128588" y="142875"/>
                    </a:cubicBezTo>
                    <a:lnTo>
                      <a:pt x="185738" y="142875"/>
                    </a:lnTo>
                    <a:cubicBezTo>
                      <a:pt x="193628" y="142875"/>
                      <a:pt x="200025" y="136478"/>
                      <a:pt x="200025" y="128588"/>
                    </a:cubicBezTo>
                    <a:lnTo>
                      <a:pt x="200025" y="14288"/>
                    </a:lnTo>
                    <a:cubicBezTo>
                      <a:pt x="200025" y="6397"/>
                      <a:pt x="193628" y="0"/>
                      <a:pt x="185738" y="0"/>
                    </a:cubicBezTo>
                    <a:close/>
                    <a:moveTo>
                      <a:pt x="71438" y="128588"/>
                    </a:moveTo>
                    <a:lnTo>
                      <a:pt x="14288" y="128588"/>
                    </a:lnTo>
                    <a:lnTo>
                      <a:pt x="14288" y="14288"/>
                    </a:lnTo>
                    <a:lnTo>
                      <a:pt x="71438" y="14288"/>
                    </a:lnTo>
                    <a:cubicBezTo>
                      <a:pt x="83274" y="14288"/>
                      <a:pt x="92869" y="23883"/>
                      <a:pt x="92869" y="35719"/>
                    </a:cubicBezTo>
                    <a:lnTo>
                      <a:pt x="92869" y="135731"/>
                    </a:lnTo>
                    <a:cubicBezTo>
                      <a:pt x="86692" y="131083"/>
                      <a:pt x="79168" y="128575"/>
                      <a:pt x="71438" y="128588"/>
                    </a:cubicBezTo>
                    <a:close/>
                    <a:moveTo>
                      <a:pt x="185738" y="128588"/>
                    </a:moveTo>
                    <a:lnTo>
                      <a:pt x="128588" y="128588"/>
                    </a:lnTo>
                    <a:cubicBezTo>
                      <a:pt x="120857" y="128575"/>
                      <a:pt x="113333" y="131083"/>
                      <a:pt x="107156" y="135731"/>
                    </a:cubicBezTo>
                    <a:lnTo>
                      <a:pt x="107156" y="35719"/>
                    </a:lnTo>
                    <a:cubicBezTo>
                      <a:pt x="107156" y="23883"/>
                      <a:pt x="116751" y="14288"/>
                      <a:pt x="128588" y="14288"/>
                    </a:cubicBezTo>
                    <a:lnTo>
                      <a:pt x="185738" y="14288"/>
                    </a:lnTo>
                    <a:close/>
                    <a:moveTo>
                      <a:pt x="128588" y="35719"/>
                    </a:moveTo>
                    <a:lnTo>
                      <a:pt x="164306" y="35719"/>
                    </a:lnTo>
                    <a:cubicBezTo>
                      <a:pt x="168252" y="35719"/>
                      <a:pt x="171450" y="38917"/>
                      <a:pt x="171450" y="42862"/>
                    </a:cubicBezTo>
                    <a:cubicBezTo>
                      <a:pt x="171450" y="46808"/>
                      <a:pt x="168252" y="50006"/>
                      <a:pt x="164306" y="50006"/>
                    </a:cubicBezTo>
                    <a:lnTo>
                      <a:pt x="128588" y="50006"/>
                    </a:lnTo>
                    <a:cubicBezTo>
                      <a:pt x="124642" y="50006"/>
                      <a:pt x="121444" y="46808"/>
                      <a:pt x="121444" y="42862"/>
                    </a:cubicBezTo>
                    <a:cubicBezTo>
                      <a:pt x="121444" y="38917"/>
                      <a:pt x="124642" y="35719"/>
                      <a:pt x="128588" y="35719"/>
                    </a:cubicBezTo>
                    <a:close/>
                    <a:moveTo>
                      <a:pt x="171450" y="71438"/>
                    </a:moveTo>
                    <a:cubicBezTo>
                      <a:pt x="171450" y="75383"/>
                      <a:pt x="168252" y="78581"/>
                      <a:pt x="164306" y="78581"/>
                    </a:cubicBezTo>
                    <a:lnTo>
                      <a:pt x="128588" y="78581"/>
                    </a:lnTo>
                    <a:cubicBezTo>
                      <a:pt x="124642" y="78581"/>
                      <a:pt x="121444" y="75383"/>
                      <a:pt x="121444" y="71438"/>
                    </a:cubicBezTo>
                    <a:cubicBezTo>
                      <a:pt x="121444" y="67492"/>
                      <a:pt x="124642" y="64294"/>
                      <a:pt x="128588" y="64294"/>
                    </a:cubicBezTo>
                    <a:lnTo>
                      <a:pt x="164306" y="64294"/>
                    </a:lnTo>
                    <a:cubicBezTo>
                      <a:pt x="168252" y="64294"/>
                      <a:pt x="171450" y="67492"/>
                      <a:pt x="171450" y="71438"/>
                    </a:cubicBezTo>
                    <a:close/>
                    <a:moveTo>
                      <a:pt x="171450" y="100012"/>
                    </a:moveTo>
                    <a:cubicBezTo>
                      <a:pt x="171450" y="103958"/>
                      <a:pt x="168252" y="107156"/>
                      <a:pt x="164306" y="107156"/>
                    </a:cubicBezTo>
                    <a:lnTo>
                      <a:pt x="128588" y="107156"/>
                    </a:lnTo>
                    <a:cubicBezTo>
                      <a:pt x="124642" y="107156"/>
                      <a:pt x="121444" y="103958"/>
                      <a:pt x="121444" y="100012"/>
                    </a:cubicBezTo>
                    <a:cubicBezTo>
                      <a:pt x="121444" y="96067"/>
                      <a:pt x="124642" y="92869"/>
                      <a:pt x="128588" y="92869"/>
                    </a:cubicBezTo>
                    <a:lnTo>
                      <a:pt x="164306" y="92869"/>
                    </a:lnTo>
                    <a:cubicBezTo>
                      <a:pt x="168252" y="92869"/>
                      <a:pt x="171450" y="96067"/>
                      <a:pt x="171450" y="100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78755" y="4483418"/>
              <a:ext cx="11729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references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2565" y="47634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按需加载知识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91450" y="3943350"/>
              <a:ext cx="342900" cy="342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870031" y="4036219"/>
              <a:ext cx="185738" cy="157162"/>
              <a:chOff x="7870031" y="4036219"/>
              <a:chExt cx="185738" cy="15716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877175" y="4043362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71450" y="7144"/>
                    </a:moveTo>
                    <a:lnTo>
                      <a:pt x="171450" y="135731"/>
                    </a:lnTo>
                    <a:cubicBezTo>
                      <a:pt x="171450" y="139677"/>
                      <a:pt x="168252" y="142875"/>
                      <a:pt x="164306" y="142875"/>
                    </a:cubicBezTo>
                    <a:lnTo>
                      <a:pt x="7144" y="142875"/>
                    </a:lnTo>
                    <a:cubicBezTo>
                      <a:pt x="3198" y="142875"/>
                      <a:pt x="0" y="139677"/>
                      <a:pt x="0" y="135731"/>
                    </a:cubicBezTo>
                    <a:lnTo>
                      <a:pt x="0" y="7144"/>
                    </a:lnTo>
                    <a:cubicBezTo>
                      <a:pt x="0" y="3198"/>
                      <a:pt x="3198" y="0"/>
                      <a:pt x="7144" y="0"/>
                    </a:cubicBezTo>
                    <a:lnTo>
                      <a:pt x="164306" y="0"/>
                    </a:lnTo>
                    <a:cubicBezTo>
                      <a:pt x="168252" y="0"/>
                      <a:pt x="171450" y="3198"/>
                      <a:pt x="171450" y="7144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70031" y="4036219"/>
                <a:ext cx="18573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57162">
                    <a:moveTo>
                      <a:pt x="92869" y="78581"/>
                    </a:moveTo>
                    <a:cubicBezTo>
                      <a:pt x="92870" y="80752"/>
                      <a:pt x="91884" y="82806"/>
                      <a:pt x="90190" y="84162"/>
                    </a:cubicBezTo>
                    <a:lnTo>
                      <a:pt x="54471" y="112737"/>
                    </a:lnTo>
                    <a:cubicBezTo>
                      <a:pt x="51389" y="115203"/>
                      <a:pt x="46891" y="114703"/>
                      <a:pt x="44425" y="111621"/>
                    </a:cubicBezTo>
                    <a:cubicBezTo>
                      <a:pt x="41959" y="108539"/>
                      <a:pt x="42459" y="104041"/>
                      <a:pt x="45541" y="101575"/>
                    </a:cubicBezTo>
                    <a:lnTo>
                      <a:pt x="74286" y="78581"/>
                    </a:lnTo>
                    <a:lnTo>
                      <a:pt x="45541" y="55587"/>
                    </a:lnTo>
                    <a:cubicBezTo>
                      <a:pt x="42459" y="53121"/>
                      <a:pt x="41959" y="48624"/>
                      <a:pt x="44425" y="45541"/>
                    </a:cubicBezTo>
                    <a:cubicBezTo>
                      <a:pt x="46891" y="42459"/>
                      <a:pt x="51389" y="41959"/>
                      <a:pt x="54471" y="44425"/>
                    </a:cubicBezTo>
                    <a:lnTo>
                      <a:pt x="90190" y="73000"/>
                    </a:lnTo>
                    <a:cubicBezTo>
                      <a:pt x="91884" y="74357"/>
                      <a:pt x="92870" y="76411"/>
                      <a:pt x="92869" y="78581"/>
                    </a:cubicBezTo>
                    <a:close/>
                    <a:moveTo>
                      <a:pt x="135731" y="100012"/>
                    </a:moveTo>
                    <a:lnTo>
                      <a:pt x="100012" y="100012"/>
                    </a:lnTo>
                    <a:cubicBezTo>
                      <a:pt x="96067" y="100012"/>
                      <a:pt x="92869" y="103211"/>
                      <a:pt x="92869" y="107156"/>
                    </a:cubicBezTo>
                    <a:cubicBezTo>
                      <a:pt x="92869" y="111102"/>
                      <a:pt x="96067" y="114300"/>
                      <a:pt x="100012" y="114300"/>
                    </a:cubicBezTo>
                    <a:lnTo>
                      <a:pt x="135731" y="114300"/>
                    </a:lnTo>
                    <a:cubicBezTo>
                      <a:pt x="139677" y="114300"/>
                      <a:pt x="142875" y="111102"/>
                      <a:pt x="142875" y="107156"/>
                    </a:cubicBezTo>
                    <a:cubicBezTo>
                      <a:pt x="142875" y="103211"/>
                      <a:pt x="139677" y="100012"/>
                      <a:pt x="135731" y="100012"/>
                    </a:cubicBezTo>
                    <a:close/>
                    <a:moveTo>
                      <a:pt x="185738" y="14288"/>
                    </a:moveTo>
                    <a:lnTo>
                      <a:pt x="185738" y="142875"/>
                    </a:lnTo>
                    <a:cubicBezTo>
                      <a:pt x="185738" y="150766"/>
                      <a:pt x="179341" y="157162"/>
                      <a:pt x="171450" y="157162"/>
                    </a:cubicBezTo>
                    <a:lnTo>
                      <a:pt x="14288" y="157162"/>
                    </a:lnTo>
                    <a:cubicBezTo>
                      <a:pt x="6397" y="157162"/>
                      <a:pt x="0" y="150766"/>
                      <a:pt x="0" y="142875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lose/>
                    <a:moveTo>
                      <a:pt x="171450" y="142875"/>
                    </a:moveTo>
                    <a:lnTo>
                      <a:pt x="171450" y="14288"/>
                    </a:lnTo>
                    <a:lnTo>
                      <a:pt x="14288" y="14288"/>
                    </a:lnTo>
                    <a:lnTo>
                      <a:pt x="14288" y="142875"/>
                    </a:lnTo>
                    <a:lnTo>
                      <a:pt x="171450" y="1428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564755" y="4483418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scripts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8565" y="47634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确定性动作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0077450" y="3943350"/>
              <a:ext cx="342900" cy="3429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0156031" y="4021931"/>
              <a:ext cx="185738" cy="185738"/>
              <a:chOff x="10156031" y="4021931"/>
              <a:chExt cx="185738" cy="18573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0163175" y="4029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156031" y="402193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850755" y="4483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响应契约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54565" y="47634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可验证输出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5322" y="6406991"/>
            <a:ext cx="10833878" cy="167640"/>
            <a:chOff x="675322" y="6406991"/>
            <a:chExt cx="10833878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675322" y="6406991"/>
              <a:ext cx="26295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playwright-skill/SKILL.md workflow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5497401" cy="641984"/>
            <a:chOff x="501015" y="239078"/>
            <a:chExt cx="5497401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54416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`SKILL.md` 是入口，也是边界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54783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frontmatter 负责被发现，正文负责约束怎么做、做到什么程度、最后怎么交付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104900"/>
            <a:ext cx="11125200" cy="495300"/>
            <a:chOff x="533400" y="1104900"/>
            <a:chExt cx="11125200" cy="495300"/>
          </a:xfrm>
        </p:grpSpPr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495300"/>
            </a:xfrm>
            <a:prstGeom prst="roundRect">
              <a:avLst>
                <a:gd name="adj" fmla="val 19231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8271" y="1244763"/>
              <a:ext cx="157910" cy="215574"/>
              <a:chOff x="778271" y="1244763"/>
              <a:chExt cx="157910" cy="21557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85812" y="1252538"/>
                <a:ext cx="1428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0025">
                    <a:moveTo>
                      <a:pt x="42862" y="200025"/>
                    </a:moveTo>
                    <a:lnTo>
                      <a:pt x="57150" y="128588"/>
                    </a:lnTo>
                    <a:lnTo>
                      <a:pt x="0" y="107156"/>
                    </a:lnTo>
                    <a:lnTo>
                      <a:pt x="100012" y="0"/>
                    </a:lnTo>
                    <a:lnTo>
                      <a:pt x="85725" y="71438"/>
                    </a:lnTo>
                    <a:lnTo>
                      <a:pt x="142875" y="92869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8271" y="1244763"/>
                <a:ext cx="157910" cy="215574"/>
              </a:xfrm>
              <a:custGeom>
                <a:avLst/>
                <a:gdLst/>
                <a:ahLst/>
                <a:cxnLst/>
                <a:rect l="l" t="t" r="r" b="b"/>
                <a:pathLst>
                  <a:path w="157910" h="215574">
                    <a:moveTo>
                      <a:pt x="157373" y="99009"/>
                    </a:moveTo>
                    <a:cubicBezTo>
                      <a:pt x="156824" y="96684"/>
                      <a:pt x="155148" y="94787"/>
                      <a:pt x="152908" y="93955"/>
                    </a:cubicBezTo>
                    <a:lnTo>
                      <a:pt x="101464" y="74658"/>
                    </a:lnTo>
                    <a:lnTo>
                      <a:pt x="114555" y="9176"/>
                    </a:lnTo>
                    <a:cubicBezTo>
                      <a:pt x="115164" y="6051"/>
                      <a:pt x="113631" y="2899"/>
                      <a:pt x="110796" y="1450"/>
                    </a:cubicBezTo>
                    <a:cubicBezTo>
                      <a:pt x="107960" y="0"/>
                      <a:pt x="104508" y="602"/>
                      <a:pt x="102331" y="2926"/>
                    </a:cubicBezTo>
                    <a:lnTo>
                      <a:pt x="2318" y="110082"/>
                    </a:lnTo>
                    <a:cubicBezTo>
                      <a:pt x="668" y="111820"/>
                      <a:pt x="0" y="114270"/>
                      <a:pt x="539" y="116606"/>
                    </a:cubicBezTo>
                    <a:cubicBezTo>
                      <a:pt x="1078" y="118941"/>
                      <a:pt x="2752" y="120851"/>
                      <a:pt x="4997" y="121690"/>
                    </a:cubicBezTo>
                    <a:lnTo>
                      <a:pt x="56459" y="140988"/>
                    </a:lnTo>
                    <a:lnTo>
                      <a:pt x="43404" y="206397"/>
                    </a:lnTo>
                    <a:cubicBezTo>
                      <a:pt x="42795" y="209523"/>
                      <a:pt x="44328" y="212674"/>
                      <a:pt x="47163" y="214124"/>
                    </a:cubicBezTo>
                    <a:cubicBezTo>
                      <a:pt x="49998" y="215574"/>
                      <a:pt x="53451" y="214972"/>
                      <a:pt x="55628" y="212648"/>
                    </a:cubicBezTo>
                    <a:lnTo>
                      <a:pt x="155641" y="105492"/>
                    </a:lnTo>
                    <a:cubicBezTo>
                      <a:pt x="157260" y="103754"/>
                      <a:pt x="157910" y="101324"/>
                      <a:pt x="157373" y="99009"/>
                    </a:cubicBezTo>
                    <a:close/>
                    <a:moveTo>
                      <a:pt x="62343" y="184582"/>
                    </a:moveTo>
                    <a:lnTo>
                      <a:pt x="71693" y="137809"/>
                    </a:lnTo>
                    <a:cubicBezTo>
                      <a:pt x="72384" y="134383"/>
                      <a:pt x="70495" y="130960"/>
                      <a:pt x="67228" y="129718"/>
                    </a:cubicBezTo>
                    <a:lnTo>
                      <a:pt x="20043" y="111993"/>
                    </a:lnTo>
                    <a:lnTo>
                      <a:pt x="95606" y="31036"/>
                    </a:lnTo>
                    <a:lnTo>
                      <a:pt x="86266" y="77810"/>
                    </a:lnTo>
                    <a:cubicBezTo>
                      <a:pt x="85575" y="81236"/>
                      <a:pt x="87464" y="84659"/>
                      <a:pt x="90731" y="85900"/>
                    </a:cubicBezTo>
                    <a:lnTo>
                      <a:pt x="137880" y="103581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87755" y="1273492"/>
              <a:ext cx="81290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入口机制的关键不是“多写几句描述”，而是让模型知道何时接管、如何收敛、何时停止。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924050"/>
            <a:ext cx="6976348" cy="3600450"/>
            <a:chOff x="533400" y="1924050"/>
            <a:chExt cx="6976348" cy="3600450"/>
          </a:xfrm>
        </p:grpSpPr>
        <p:sp>
          <p:nvSpPr>
            <p:cNvPr id="14" name="Rectangle 14"/>
            <p:cNvSpPr/>
            <p:nvPr/>
          </p:nvSpPr>
          <p:spPr>
            <a:xfrm>
              <a:off x="533400" y="1924050"/>
              <a:ext cx="5219700" cy="36004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88802" y="2240159"/>
              <a:ext cx="222649" cy="263130"/>
              <a:chOff x="888802" y="2240159"/>
              <a:chExt cx="222649" cy="2631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30486" y="2250281"/>
                <a:ext cx="70842" cy="70842"/>
              </a:xfrm>
              <a:custGeom>
                <a:avLst/>
                <a:gdLst/>
                <a:ahLst/>
                <a:cxnLst/>
                <a:rect l="l" t="t" r="r" b="b"/>
                <a:pathLst>
                  <a:path w="70842" h="70842">
                    <a:moveTo>
                      <a:pt x="70842" y="70842"/>
                    </a:moveTo>
                    <a:lnTo>
                      <a:pt x="0" y="708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88802" y="2240159"/>
                <a:ext cx="222649" cy="263130"/>
              </a:xfrm>
              <a:custGeom>
                <a:avLst/>
                <a:gdLst/>
                <a:ahLst/>
                <a:cxnLst/>
                <a:rect l="l" t="t" r="r" b="b"/>
                <a:pathLst>
                  <a:path w="222649" h="263130">
                    <a:moveTo>
                      <a:pt x="179205" y="154767"/>
                    </a:moveTo>
                    <a:cubicBezTo>
                      <a:pt x="181106" y="156665"/>
                      <a:pt x="182174" y="159241"/>
                      <a:pt x="182174" y="161927"/>
                    </a:cubicBezTo>
                    <a:cubicBezTo>
                      <a:pt x="182174" y="164613"/>
                      <a:pt x="181106" y="167189"/>
                      <a:pt x="179205" y="169087"/>
                    </a:cubicBezTo>
                    <a:lnTo>
                      <a:pt x="148844" y="199448"/>
                    </a:lnTo>
                    <a:cubicBezTo>
                      <a:pt x="144890" y="203403"/>
                      <a:pt x="138479" y="203403"/>
                      <a:pt x="134524" y="199448"/>
                    </a:cubicBezTo>
                    <a:cubicBezTo>
                      <a:pt x="130570" y="195494"/>
                      <a:pt x="130570" y="189082"/>
                      <a:pt x="134524" y="185128"/>
                    </a:cubicBezTo>
                    <a:lnTo>
                      <a:pt x="157738" y="161927"/>
                    </a:lnTo>
                    <a:lnTo>
                      <a:pt x="134524" y="138726"/>
                    </a:lnTo>
                    <a:cubicBezTo>
                      <a:pt x="130570" y="134772"/>
                      <a:pt x="130570" y="128360"/>
                      <a:pt x="134524" y="124406"/>
                    </a:cubicBezTo>
                    <a:cubicBezTo>
                      <a:pt x="138479" y="120452"/>
                      <a:pt x="144890" y="120452"/>
                      <a:pt x="148844" y="124406"/>
                    </a:cubicBezTo>
                    <a:close/>
                    <a:moveTo>
                      <a:pt x="88123" y="124406"/>
                    </a:moveTo>
                    <a:cubicBezTo>
                      <a:pt x="86224" y="122506"/>
                      <a:pt x="83649" y="121438"/>
                      <a:pt x="80962" y="121438"/>
                    </a:cubicBezTo>
                    <a:cubicBezTo>
                      <a:pt x="78276" y="121438"/>
                      <a:pt x="75701" y="122506"/>
                      <a:pt x="73802" y="124406"/>
                    </a:cubicBezTo>
                    <a:lnTo>
                      <a:pt x="43441" y="154767"/>
                    </a:lnTo>
                    <a:cubicBezTo>
                      <a:pt x="41541" y="156665"/>
                      <a:pt x="40473" y="159241"/>
                      <a:pt x="40473" y="161927"/>
                    </a:cubicBezTo>
                    <a:cubicBezTo>
                      <a:pt x="40473" y="164613"/>
                      <a:pt x="41541" y="167189"/>
                      <a:pt x="43441" y="169087"/>
                    </a:cubicBezTo>
                    <a:lnTo>
                      <a:pt x="73802" y="199448"/>
                    </a:lnTo>
                    <a:cubicBezTo>
                      <a:pt x="77757" y="203403"/>
                      <a:pt x="84168" y="203403"/>
                      <a:pt x="88123" y="199448"/>
                    </a:cubicBezTo>
                    <a:cubicBezTo>
                      <a:pt x="92077" y="195494"/>
                      <a:pt x="92077" y="189082"/>
                      <a:pt x="88123" y="185128"/>
                    </a:cubicBezTo>
                    <a:lnTo>
                      <a:pt x="64909" y="161927"/>
                    </a:lnTo>
                    <a:lnTo>
                      <a:pt x="88123" y="138726"/>
                    </a:lnTo>
                    <a:cubicBezTo>
                      <a:pt x="90023" y="136828"/>
                      <a:pt x="91091" y="134252"/>
                      <a:pt x="91091" y="131566"/>
                    </a:cubicBezTo>
                    <a:cubicBezTo>
                      <a:pt x="91091" y="128880"/>
                      <a:pt x="90023" y="126304"/>
                      <a:pt x="88123" y="124406"/>
                    </a:cubicBezTo>
                    <a:close/>
                    <a:moveTo>
                      <a:pt x="222647" y="80965"/>
                    </a:moveTo>
                    <a:lnTo>
                      <a:pt x="222647" y="242890"/>
                    </a:lnTo>
                    <a:cubicBezTo>
                      <a:pt x="222647" y="254068"/>
                      <a:pt x="213585" y="263130"/>
                      <a:pt x="202406" y="263130"/>
                    </a:cubicBezTo>
                    <a:lnTo>
                      <a:pt x="20241" y="263130"/>
                    </a:lnTo>
                    <a:cubicBezTo>
                      <a:pt x="9062" y="263130"/>
                      <a:pt x="0" y="254068"/>
                      <a:pt x="0" y="242890"/>
                    </a:cubicBezTo>
                    <a:lnTo>
                      <a:pt x="0" y="20243"/>
                    </a:lnTo>
                    <a:cubicBezTo>
                      <a:pt x="0" y="9064"/>
                      <a:pt x="9062" y="2"/>
                      <a:pt x="20241" y="2"/>
                    </a:cubicBezTo>
                    <a:lnTo>
                      <a:pt x="141684" y="2"/>
                    </a:lnTo>
                    <a:cubicBezTo>
                      <a:pt x="144369" y="0"/>
                      <a:pt x="146945" y="1065"/>
                      <a:pt x="148844" y="2962"/>
                    </a:cubicBezTo>
                    <a:lnTo>
                      <a:pt x="219687" y="73804"/>
                    </a:lnTo>
                    <a:cubicBezTo>
                      <a:pt x="221584" y="75704"/>
                      <a:pt x="222649" y="78280"/>
                      <a:pt x="222647" y="80965"/>
                    </a:cubicBezTo>
                    <a:close/>
                    <a:moveTo>
                      <a:pt x="151805" y="70844"/>
                    </a:moveTo>
                    <a:lnTo>
                      <a:pt x="188099" y="70844"/>
                    </a:lnTo>
                    <a:lnTo>
                      <a:pt x="151805" y="34550"/>
                    </a:lnTo>
                    <a:close/>
                    <a:moveTo>
                      <a:pt x="202406" y="242890"/>
                    </a:moveTo>
                    <a:lnTo>
                      <a:pt x="202406" y="91085"/>
                    </a:lnTo>
                    <a:lnTo>
                      <a:pt x="141684" y="91085"/>
                    </a:lnTo>
                    <a:cubicBezTo>
                      <a:pt x="136095" y="91085"/>
                      <a:pt x="131564" y="86554"/>
                      <a:pt x="131564" y="80965"/>
                    </a:cubicBezTo>
                    <a:lnTo>
                      <a:pt x="131564" y="20243"/>
                    </a:lnTo>
                    <a:lnTo>
                      <a:pt x="20241" y="20243"/>
                    </a:lnTo>
                    <a:lnTo>
                      <a:pt x="20241" y="242890"/>
                    </a:lnTo>
                    <a:lnTo>
                      <a:pt x="202406" y="24289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91590" y="2244090"/>
              <a:ext cx="31511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frontmatter：触发入口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2819400"/>
              <a:ext cx="4457700" cy="1504950"/>
            </a:xfrm>
            <a:prstGeom prst="roundRect">
              <a:avLst>
                <a:gd name="adj" fmla="val 6329"/>
              </a:avLst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9655" y="2959418"/>
              <a:ext cx="22031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name: playwright-skill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9655" y="3283268"/>
              <a:ext cx="32678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description: Build, extend, debug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9655" y="3607118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Playwright UI automation tests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9655" y="3930968"/>
              <a:ext cx="16017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for web apps...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1055" y="45786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触发语义覆盖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55" y="4883468"/>
              <a:ext cx="6688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添加测试、外部 URL demo、稳定选择器、Page Object、失败 trace 调试。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438900" y="1924050"/>
            <a:ext cx="5606891" cy="3600450"/>
            <a:chOff x="6438900" y="1924050"/>
            <a:chExt cx="5606891" cy="3600450"/>
          </a:xfrm>
        </p:grpSpPr>
        <p:sp>
          <p:nvSpPr>
            <p:cNvPr id="27" name="Rectangle 27"/>
            <p:cNvSpPr/>
            <p:nvPr/>
          </p:nvSpPr>
          <p:spPr>
            <a:xfrm>
              <a:off x="6438900" y="1924050"/>
              <a:ext cx="5219700" cy="36004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774061" y="2240161"/>
              <a:ext cx="263128" cy="263128"/>
              <a:chOff x="6774061" y="2240161"/>
              <a:chExt cx="263128" cy="26312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784181" y="22502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42888" y="121444"/>
                    </a:moveTo>
                    <a:cubicBezTo>
                      <a:pt x="242888" y="188515"/>
                      <a:pt x="188515" y="242888"/>
                      <a:pt x="121444" y="242888"/>
                    </a:cubicBezTo>
                    <a:cubicBezTo>
                      <a:pt x="54372" y="242888"/>
                      <a:pt x="0" y="188515"/>
                      <a:pt x="0" y="121444"/>
                    </a:cubicBezTo>
                    <a:cubicBezTo>
                      <a:pt x="0" y="54372"/>
                      <a:pt x="54372" y="0"/>
                      <a:pt x="121444" y="0"/>
                    </a:cubicBezTo>
                    <a:cubicBezTo>
                      <a:pt x="188515" y="0"/>
                      <a:pt x="242888" y="54372"/>
                      <a:pt x="242888" y="121444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774061" y="2240161"/>
                <a:ext cx="263128" cy="263128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63128">
                    <a:moveTo>
                      <a:pt x="189326" y="94043"/>
                    </a:moveTo>
                    <a:cubicBezTo>
                      <a:pt x="191226" y="95941"/>
                      <a:pt x="192294" y="98517"/>
                      <a:pt x="192294" y="101203"/>
                    </a:cubicBezTo>
                    <a:cubicBezTo>
                      <a:pt x="192294" y="103889"/>
                      <a:pt x="191226" y="106465"/>
                      <a:pt x="189326" y="108363"/>
                    </a:cubicBezTo>
                    <a:lnTo>
                      <a:pt x="118484" y="179205"/>
                    </a:lnTo>
                    <a:cubicBezTo>
                      <a:pt x="116585" y="181106"/>
                      <a:pt x="114009" y="182174"/>
                      <a:pt x="111323" y="182174"/>
                    </a:cubicBezTo>
                    <a:cubicBezTo>
                      <a:pt x="108637" y="182174"/>
                      <a:pt x="106062" y="181106"/>
                      <a:pt x="104163" y="179205"/>
                    </a:cubicBezTo>
                    <a:lnTo>
                      <a:pt x="73802" y="148844"/>
                    </a:lnTo>
                    <a:cubicBezTo>
                      <a:pt x="69848" y="144890"/>
                      <a:pt x="69848" y="138479"/>
                      <a:pt x="73802" y="134524"/>
                    </a:cubicBezTo>
                    <a:cubicBezTo>
                      <a:pt x="77757" y="130570"/>
                      <a:pt x="84168" y="130570"/>
                      <a:pt x="88123" y="134524"/>
                    </a:cubicBezTo>
                    <a:lnTo>
                      <a:pt x="111323" y="157738"/>
                    </a:lnTo>
                    <a:lnTo>
                      <a:pt x="175006" y="94043"/>
                    </a:lnTo>
                    <a:cubicBezTo>
                      <a:pt x="176904" y="92143"/>
                      <a:pt x="179480" y="91075"/>
                      <a:pt x="182166" y="91075"/>
                    </a:cubicBezTo>
                    <a:cubicBezTo>
                      <a:pt x="184852" y="91075"/>
                      <a:pt x="187427" y="92143"/>
                      <a:pt x="189326" y="94043"/>
                    </a:cubicBezTo>
                    <a:close/>
                    <a:moveTo>
                      <a:pt x="263128" y="131564"/>
                    </a:moveTo>
                    <a:cubicBezTo>
                      <a:pt x="263128" y="204225"/>
                      <a:pt x="204225" y="263128"/>
                      <a:pt x="131564" y="263128"/>
                    </a:cubicBezTo>
                    <a:cubicBezTo>
                      <a:pt x="58903" y="263128"/>
                      <a:pt x="0" y="204225"/>
                      <a:pt x="0" y="131564"/>
                    </a:cubicBezTo>
                    <a:cubicBezTo>
                      <a:pt x="0" y="58903"/>
                      <a:pt x="58903" y="0"/>
                      <a:pt x="131564" y="0"/>
                    </a:cubicBezTo>
                    <a:cubicBezTo>
                      <a:pt x="204193" y="77"/>
                      <a:pt x="263051" y="58935"/>
                      <a:pt x="263128" y="131564"/>
                    </a:cubicBezTo>
                    <a:close/>
                    <a:moveTo>
                      <a:pt x="242888" y="131564"/>
                    </a:moveTo>
                    <a:cubicBezTo>
                      <a:pt x="242888" y="70082"/>
                      <a:pt x="193046" y="20241"/>
                      <a:pt x="131564" y="20241"/>
                    </a:cubicBezTo>
                    <a:cubicBezTo>
                      <a:pt x="70082" y="20241"/>
                      <a:pt x="20241" y="70082"/>
                      <a:pt x="20241" y="131564"/>
                    </a:cubicBezTo>
                    <a:cubicBezTo>
                      <a:pt x="20241" y="193046"/>
                      <a:pt x="70082" y="242888"/>
                      <a:pt x="131564" y="242888"/>
                    </a:cubicBezTo>
                    <a:cubicBezTo>
                      <a:pt x="193017" y="242818"/>
                      <a:pt x="242818" y="193017"/>
                      <a:pt x="242888" y="131564"/>
                    </a:cubicBez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197090" y="22440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正文：行为边界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772275" y="2949892"/>
              <a:ext cx="5273516" cy="1931670"/>
              <a:chOff x="6772275" y="2949892"/>
              <a:chExt cx="5273516" cy="193167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772275" y="2962275"/>
                <a:ext cx="133350" cy="1333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031355" y="2949892"/>
                <a:ext cx="22031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先检查项目，再修改文件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5165" y="322040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避免凭空猜启动命令、包管理器和目录结构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772275" y="3686175"/>
                <a:ext cx="133350" cy="1333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031355" y="3673792"/>
                <a:ext cx="18087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只问缺失的产品意图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035165" y="3944302"/>
                <a:ext cx="29633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base URL、登录方式、凭据来源、核心路径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6772275" y="4410075"/>
                <a:ext cx="133350" cy="13335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31355" y="4397692"/>
                <a:ext cx="14144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最终输出可验证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35165" y="4668202"/>
                <a:ext cx="50106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文件改动、测试命令、pass/fail、report、trace、screenshot、video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522922" y="6406991"/>
              <a:ext cx="42020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playwright-skill/SKILL.md frontmatter and Response Contract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6777895" cy="641984"/>
            <a:chOff x="501015" y="239078"/>
            <a:chExt cx="6777895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50897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6 步工作流：先看清，再动手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6758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Playwright Skill 的核心不是直接写测试，而是把“检查、分类、确认、加载、实现、验证”固定下来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104900"/>
            <a:ext cx="11125200" cy="495300"/>
            <a:chOff x="533400" y="1104900"/>
            <a:chExt cx="11125200" cy="495300"/>
          </a:xfrm>
        </p:grpSpPr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495300"/>
            </a:xfrm>
            <a:prstGeom prst="roundRect">
              <a:avLst>
                <a:gd name="adj" fmla="val 19231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5305" y="1251521"/>
              <a:ext cx="194566" cy="194600"/>
              <a:chOff x="775305" y="1251521"/>
              <a:chExt cx="194566" cy="194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0575" y="12668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5305" y="1251521"/>
                <a:ext cx="194566" cy="194600"/>
              </a:xfrm>
              <a:custGeom>
                <a:avLst/>
                <a:gdLst/>
                <a:ahLst/>
                <a:cxnLst/>
                <a:rect l="l" t="t" r="r" b="b"/>
                <a:pathLst>
                  <a:path w="194566" h="194600">
                    <a:moveTo>
                      <a:pt x="191774" y="181700"/>
                    </a:moveTo>
                    <a:lnTo>
                      <a:pt x="147072" y="136998"/>
                    </a:lnTo>
                    <a:cubicBezTo>
                      <a:pt x="174041" y="104654"/>
                      <a:pt x="170798" y="56818"/>
                      <a:pt x="139712" y="28409"/>
                    </a:cubicBezTo>
                    <a:cubicBezTo>
                      <a:pt x="108625" y="0"/>
                      <a:pt x="60692" y="1067"/>
                      <a:pt x="30901" y="30832"/>
                    </a:cubicBezTo>
                    <a:cubicBezTo>
                      <a:pt x="1110" y="60597"/>
                      <a:pt x="0" y="108529"/>
                      <a:pt x="28382" y="139641"/>
                    </a:cubicBezTo>
                    <a:cubicBezTo>
                      <a:pt x="56763" y="170752"/>
                      <a:pt x="104596" y="174037"/>
                      <a:pt x="136964" y="147097"/>
                    </a:cubicBezTo>
                    <a:lnTo>
                      <a:pt x="181666" y="191808"/>
                    </a:lnTo>
                    <a:cubicBezTo>
                      <a:pt x="184457" y="194600"/>
                      <a:pt x="188983" y="194600"/>
                      <a:pt x="191774" y="191808"/>
                    </a:cubicBezTo>
                    <a:cubicBezTo>
                      <a:pt x="194566" y="189017"/>
                      <a:pt x="194566" y="184491"/>
                      <a:pt x="191774" y="181700"/>
                    </a:cubicBezTo>
                    <a:close/>
                    <a:moveTo>
                      <a:pt x="22414" y="86742"/>
                    </a:moveTo>
                    <a:cubicBezTo>
                      <a:pt x="22414" y="51233"/>
                      <a:pt x="51199" y="22448"/>
                      <a:pt x="86707" y="22448"/>
                    </a:cubicBezTo>
                    <a:cubicBezTo>
                      <a:pt x="122216" y="22448"/>
                      <a:pt x="151001" y="51233"/>
                      <a:pt x="151001" y="86742"/>
                    </a:cubicBezTo>
                    <a:cubicBezTo>
                      <a:pt x="151001" y="122250"/>
                      <a:pt x="122216" y="151035"/>
                      <a:pt x="86707" y="151035"/>
                    </a:cubicBezTo>
                    <a:cubicBezTo>
                      <a:pt x="51215" y="150996"/>
                      <a:pt x="22453" y="122234"/>
                      <a:pt x="22414" y="86742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06805" y="1273492"/>
              <a:ext cx="7487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每一步都在减少不确定性：仓库能回答的先自己查，只有产品意图缺失才问用户。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1515" y="2705100"/>
            <a:ext cx="10415588" cy="1795462"/>
            <a:chOff x="691515" y="2705100"/>
            <a:chExt cx="10415588" cy="1795462"/>
          </a:xfrm>
        </p:grpSpPr>
        <p:sp>
          <p:nvSpPr>
            <p:cNvPr id="14" name="Line 14"/>
            <p:cNvSpPr/>
            <p:nvPr/>
          </p:nvSpPr>
          <p:spPr>
            <a:xfrm>
              <a:off x="1238250" y="31051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38100">
              <a:solidFill>
                <a:srgbClr val="CBD5E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0858500" y="30099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0" y="0"/>
                  </a:moveTo>
                  <a:lnTo>
                    <a:pt x="20955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91515" y="2705100"/>
              <a:ext cx="1100137" cy="1795462"/>
              <a:chOff x="691515" y="2705100"/>
              <a:chExt cx="1100137" cy="1795462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952500" y="2705100"/>
                <a:ext cx="800100" cy="8001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175809" y="2928349"/>
                <a:ext cx="340490" cy="340549"/>
                <a:chOff x="1175809" y="2928349"/>
                <a:chExt cx="340490" cy="340549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202531" y="2955131"/>
                  <a:ext cx="250031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1" h="250031">
                      <a:moveTo>
                        <a:pt x="250031" y="125016"/>
                      </a:moveTo>
                      <a:cubicBezTo>
                        <a:pt x="250031" y="194060"/>
                        <a:pt x="194060" y="250031"/>
                        <a:pt x="125016" y="250031"/>
                      </a:cubicBezTo>
                      <a:cubicBezTo>
                        <a:pt x="55971" y="250031"/>
                        <a:pt x="0" y="194060"/>
                        <a:pt x="0" y="125016"/>
                      </a:cubicBezTo>
                      <a:cubicBezTo>
                        <a:pt x="0" y="55971"/>
                        <a:pt x="55971" y="0"/>
                        <a:pt x="125016" y="0"/>
                      </a:cubicBezTo>
                      <a:cubicBezTo>
                        <a:pt x="194060" y="0"/>
                        <a:pt x="250031" y="55971"/>
                        <a:pt x="250031" y="125016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175809" y="2928349"/>
                  <a:ext cx="340490" cy="340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490" h="340549">
                      <a:moveTo>
                        <a:pt x="335605" y="317975"/>
                      </a:moveTo>
                      <a:lnTo>
                        <a:pt x="257376" y="239746"/>
                      </a:lnTo>
                      <a:cubicBezTo>
                        <a:pt x="304571" y="183144"/>
                        <a:pt x="298897" y="99432"/>
                        <a:pt x="244496" y="49716"/>
                      </a:cubicBezTo>
                      <a:cubicBezTo>
                        <a:pt x="190094" y="0"/>
                        <a:pt x="106211" y="1868"/>
                        <a:pt x="54076" y="53956"/>
                      </a:cubicBezTo>
                      <a:cubicBezTo>
                        <a:pt x="1942" y="106045"/>
                        <a:pt x="0" y="189926"/>
                        <a:pt x="49668" y="244372"/>
                      </a:cubicBezTo>
                      <a:cubicBezTo>
                        <a:pt x="99336" y="298817"/>
                        <a:pt x="183043" y="304565"/>
                        <a:pt x="239687" y="257420"/>
                      </a:cubicBezTo>
                      <a:lnTo>
                        <a:pt x="317915" y="335664"/>
                      </a:lnTo>
                      <a:cubicBezTo>
                        <a:pt x="322800" y="340549"/>
                        <a:pt x="330720" y="340549"/>
                        <a:pt x="335605" y="335664"/>
                      </a:cubicBezTo>
                      <a:cubicBezTo>
                        <a:pt x="340490" y="330779"/>
                        <a:pt x="340490" y="322860"/>
                        <a:pt x="335605" y="317975"/>
                      </a:cubicBezTo>
                      <a:close/>
                      <a:moveTo>
                        <a:pt x="39224" y="151798"/>
                      </a:moveTo>
                      <a:cubicBezTo>
                        <a:pt x="39224" y="89658"/>
                        <a:pt x="89598" y="39284"/>
                        <a:pt x="151738" y="39284"/>
                      </a:cubicBezTo>
                      <a:cubicBezTo>
                        <a:pt x="213878" y="39284"/>
                        <a:pt x="264252" y="89658"/>
                        <a:pt x="264252" y="151798"/>
                      </a:cubicBezTo>
                      <a:cubicBezTo>
                        <a:pt x="264252" y="213937"/>
                        <a:pt x="213878" y="264312"/>
                        <a:pt x="151738" y="264312"/>
                      </a:cubicBezTo>
                      <a:cubicBezTo>
                        <a:pt x="89627" y="264243"/>
                        <a:pt x="39293" y="213909"/>
                        <a:pt x="39224" y="1517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763905" y="3778568"/>
                <a:ext cx="77958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Inspect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1515" y="4077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只读检查项目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1515" y="4287202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包管理器和脚本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577465" y="2705100"/>
              <a:ext cx="1261158" cy="1795462"/>
              <a:chOff x="2577465" y="2705100"/>
              <a:chExt cx="1261158" cy="1795462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2819400" y="2705100"/>
                <a:ext cx="800100" cy="8001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079158" y="2953155"/>
                <a:ext cx="290310" cy="301988"/>
                <a:chOff x="3079158" y="2953155"/>
                <a:chExt cx="290310" cy="30198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281958" y="2967633"/>
                  <a:ext cx="75009" cy="75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09" h="75009">
                      <a:moveTo>
                        <a:pt x="75009" y="37505"/>
                      </a:moveTo>
                      <a:cubicBezTo>
                        <a:pt x="75009" y="58218"/>
                        <a:pt x="58218" y="75009"/>
                        <a:pt x="37505" y="75009"/>
                      </a:cubicBezTo>
                      <a:cubicBezTo>
                        <a:pt x="16791" y="75009"/>
                        <a:pt x="0" y="58218"/>
                        <a:pt x="0" y="37505"/>
                      </a:cubicBezTo>
                      <a:cubicBezTo>
                        <a:pt x="0" y="16791"/>
                        <a:pt x="16791" y="0"/>
                        <a:pt x="37505" y="0"/>
                      </a:cubicBezTo>
                      <a:cubicBezTo>
                        <a:pt x="58218" y="0"/>
                        <a:pt x="75009" y="16791"/>
                        <a:pt x="75009" y="37505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079158" y="2953155"/>
                  <a:ext cx="290310" cy="30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10" h="301988">
                      <a:moveTo>
                        <a:pt x="290310" y="51982"/>
                      </a:moveTo>
                      <a:cubicBezTo>
                        <a:pt x="290297" y="25999"/>
                        <a:pt x="270386" y="4354"/>
                        <a:pt x="244494" y="2177"/>
                      </a:cubicBezTo>
                      <a:cubicBezTo>
                        <a:pt x="218602" y="0"/>
                        <a:pt x="195356" y="18015"/>
                        <a:pt x="191004" y="43632"/>
                      </a:cubicBezTo>
                      <a:cubicBezTo>
                        <a:pt x="186652" y="69249"/>
                        <a:pt x="202644" y="93930"/>
                        <a:pt x="227803" y="100426"/>
                      </a:cubicBezTo>
                      <a:lnTo>
                        <a:pt x="227803" y="114490"/>
                      </a:lnTo>
                      <a:cubicBezTo>
                        <a:pt x="227803" y="128299"/>
                        <a:pt x="216608" y="139493"/>
                        <a:pt x="202799" y="139493"/>
                      </a:cubicBezTo>
                      <a:lnTo>
                        <a:pt x="90285" y="139493"/>
                      </a:lnTo>
                      <a:cubicBezTo>
                        <a:pt x="81501" y="139483"/>
                        <a:pt x="72872" y="141807"/>
                        <a:pt x="65282" y="146229"/>
                      </a:cubicBezTo>
                      <a:lnTo>
                        <a:pt x="65282" y="100426"/>
                      </a:lnTo>
                      <a:cubicBezTo>
                        <a:pt x="89664" y="94131"/>
                        <a:pt x="105561" y="70687"/>
                        <a:pt x="102388" y="45707"/>
                      </a:cubicBezTo>
                      <a:cubicBezTo>
                        <a:pt x="99215" y="20726"/>
                        <a:pt x="77962" y="2001"/>
                        <a:pt x="52781" y="2001"/>
                      </a:cubicBezTo>
                      <a:cubicBezTo>
                        <a:pt x="27599" y="2001"/>
                        <a:pt x="6346" y="20726"/>
                        <a:pt x="3173" y="45707"/>
                      </a:cubicBezTo>
                      <a:cubicBezTo>
                        <a:pt x="0" y="70687"/>
                        <a:pt x="15897" y="94131"/>
                        <a:pt x="40279" y="100426"/>
                      </a:cubicBezTo>
                      <a:lnTo>
                        <a:pt x="40279" y="203564"/>
                      </a:lnTo>
                      <a:cubicBezTo>
                        <a:pt x="15897" y="209859"/>
                        <a:pt x="0" y="233302"/>
                        <a:pt x="3173" y="258283"/>
                      </a:cubicBezTo>
                      <a:cubicBezTo>
                        <a:pt x="6346" y="283264"/>
                        <a:pt x="27599" y="301988"/>
                        <a:pt x="52781" y="301988"/>
                      </a:cubicBezTo>
                      <a:cubicBezTo>
                        <a:pt x="77962" y="301988"/>
                        <a:pt x="99215" y="283264"/>
                        <a:pt x="102388" y="258283"/>
                      </a:cubicBezTo>
                      <a:cubicBezTo>
                        <a:pt x="105561" y="233302"/>
                        <a:pt x="89664" y="209859"/>
                        <a:pt x="65282" y="203564"/>
                      </a:cubicBezTo>
                      <a:lnTo>
                        <a:pt x="65282" y="189500"/>
                      </a:lnTo>
                      <a:cubicBezTo>
                        <a:pt x="65282" y="175691"/>
                        <a:pt x="76477" y="164496"/>
                        <a:pt x="90285" y="164496"/>
                      </a:cubicBezTo>
                      <a:lnTo>
                        <a:pt x="202799" y="164496"/>
                      </a:lnTo>
                      <a:cubicBezTo>
                        <a:pt x="230417" y="164496"/>
                        <a:pt x="252806" y="142108"/>
                        <a:pt x="252806" y="114490"/>
                      </a:cubicBezTo>
                      <a:lnTo>
                        <a:pt x="252806" y="100426"/>
                      </a:lnTo>
                      <a:cubicBezTo>
                        <a:pt x="274874" y="94694"/>
                        <a:pt x="290289" y="74783"/>
                        <a:pt x="290310" y="51982"/>
                      </a:cubicBezTo>
                      <a:close/>
                      <a:moveTo>
                        <a:pt x="27778" y="51982"/>
                      </a:moveTo>
                      <a:cubicBezTo>
                        <a:pt x="27778" y="38174"/>
                        <a:pt x="38972" y="26979"/>
                        <a:pt x="52781" y="26979"/>
                      </a:cubicBezTo>
                      <a:cubicBezTo>
                        <a:pt x="66590" y="26979"/>
                        <a:pt x="77784" y="38174"/>
                        <a:pt x="77784" y="51982"/>
                      </a:cubicBezTo>
                      <a:cubicBezTo>
                        <a:pt x="77784" y="65791"/>
                        <a:pt x="66590" y="76986"/>
                        <a:pt x="52781" y="76986"/>
                      </a:cubicBezTo>
                      <a:cubicBezTo>
                        <a:pt x="38972" y="76986"/>
                        <a:pt x="27778" y="65791"/>
                        <a:pt x="27778" y="51982"/>
                      </a:cubicBezTo>
                      <a:close/>
                      <a:moveTo>
                        <a:pt x="77784" y="252007"/>
                      </a:moveTo>
                      <a:cubicBezTo>
                        <a:pt x="77784" y="265816"/>
                        <a:pt x="66590" y="277011"/>
                        <a:pt x="52781" y="277011"/>
                      </a:cubicBezTo>
                      <a:cubicBezTo>
                        <a:pt x="38972" y="277011"/>
                        <a:pt x="27778" y="265816"/>
                        <a:pt x="27778" y="252007"/>
                      </a:cubicBezTo>
                      <a:cubicBezTo>
                        <a:pt x="27778" y="238199"/>
                        <a:pt x="38972" y="227004"/>
                        <a:pt x="52781" y="227004"/>
                      </a:cubicBezTo>
                      <a:cubicBezTo>
                        <a:pt x="66590" y="227004"/>
                        <a:pt x="77784" y="238199"/>
                        <a:pt x="77784" y="252007"/>
                      </a:cubicBezTo>
                      <a:close/>
                      <a:moveTo>
                        <a:pt x="240304" y="76986"/>
                      </a:moveTo>
                      <a:cubicBezTo>
                        <a:pt x="226495" y="76986"/>
                        <a:pt x="215301" y="65791"/>
                        <a:pt x="215301" y="51982"/>
                      </a:cubicBezTo>
                      <a:cubicBezTo>
                        <a:pt x="215301" y="38174"/>
                        <a:pt x="226495" y="26979"/>
                        <a:pt x="240304" y="26979"/>
                      </a:cubicBezTo>
                      <a:cubicBezTo>
                        <a:pt x="254113" y="26979"/>
                        <a:pt x="265307" y="38174"/>
                        <a:pt x="265307" y="51982"/>
                      </a:cubicBezTo>
                      <a:cubicBezTo>
                        <a:pt x="265307" y="65791"/>
                        <a:pt x="254113" y="76986"/>
                        <a:pt x="240304" y="769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2592705" y="3778568"/>
                <a:ext cx="84169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Classify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577465" y="4077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setup / demo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577465" y="4287202"/>
                <a:ext cx="12611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debug / selector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406265" y="2705100"/>
              <a:ext cx="1100138" cy="1795462"/>
              <a:chOff x="4406265" y="2705100"/>
              <a:chExt cx="1100138" cy="1795462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4686300" y="2705100"/>
                <a:ext cx="800100" cy="8001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897180" y="2978247"/>
                <a:ext cx="377079" cy="277438"/>
                <a:chOff x="4897180" y="2978247"/>
                <a:chExt cx="377079" cy="277438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936331" y="2992636"/>
                  <a:ext cx="3000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00025">
                      <a:moveTo>
                        <a:pt x="212527" y="137517"/>
                      </a:moveTo>
                      <a:cubicBezTo>
                        <a:pt x="212527" y="172039"/>
                        <a:pt x="184541" y="200025"/>
                        <a:pt x="150019" y="200025"/>
                      </a:cubicBezTo>
                      <a:cubicBezTo>
                        <a:pt x="115497" y="200025"/>
                        <a:pt x="87511" y="172039"/>
                        <a:pt x="87511" y="137517"/>
                      </a:cubicBezTo>
                      <a:cubicBezTo>
                        <a:pt x="87511" y="102995"/>
                        <a:pt x="115497" y="75009"/>
                        <a:pt x="150019" y="75009"/>
                      </a:cubicBezTo>
                      <a:cubicBezTo>
                        <a:pt x="184541" y="75009"/>
                        <a:pt x="212527" y="102995"/>
                        <a:pt x="212527" y="137517"/>
                      </a:cubicBezTo>
                      <a:close/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lose/>
                      <a:moveTo>
                        <a:pt x="250031" y="0"/>
                      </a:moveTo>
                      <a:cubicBezTo>
                        <a:pt x="222414" y="0"/>
                        <a:pt x="200025" y="22389"/>
                        <a:pt x="200025" y="50006"/>
                      </a:cubicBezTo>
                      <a:cubicBezTo>
                        <a:pt x="200025" y="77624"/>
                        <a:pt x="222414" y="100012"/>
                        <a:pt x="250031" y="100012"/>
                      </a:cubicBezTo>
                      <a:cubicBezTo>
                        <a:pt x="277649" y="100012"/>
                        <a:pt x="300038" y="77624"/>
                        <a:pt x="300038" y="50006"/>
                      </a:cubicBezTo>
                      <a:cubicBezTo>
                        <a:pt x="300038" y="22389"/>
                        <a:pt x="277649" y="0"/>
                        <a:pt x="250031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897180" y="2978247"/>
                  <a:ext cx="377079" cy="277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079" h="277438">
                      <a:moveTo>
                        <a:pt x="371693" y="161907"/>
                      </a:moveTo>
                      <a:cubicBezTo>
                        <a:pt x="366169" y="166050"/>
                        <a:pt x="358333" y="164930"/>
                        <a:pt x="354191" y="159407"/>
                      </a:cubicBezTo>
                      <a:cubicBezTo>
                        <a:pt x="338910" y="138867"/>
                        <a:pt x="314783" y="126803"/>
                        <a:pt x="289183" y="126903"/>
                      </a:cubicBezTo>
                      <a:cubicBezTo>
                        <a:pt x="282278" y="126903"/>
                        <a:pt x="276681" y="121306"/>
                        <a:pt x="276681" y="114401"/>
                      </a:cubicBezTo>
                      <a:cubicBezTo>
                        <a:pt x="276681" y="107497"/>
                        <a:pt x="282278" y="101900"/>
                        <a:pt x="289183" y="101900"/>
                      </a:cubicBezTo>
                      <a:cubicBezTo>
                        <a:pt x="308672" y="101898"/>
                        <a:pt x="324913" y="86969"/>
                        <a:pt x="326551" y="67548"/>
                      </a:cubicBezTo>
                      <a:cubicBezTo>
                        <a:pt x="328190" y="48127"/>
                        <a:pt x="314680" y="30688"/>
                        <a:pt x="295466" y="27421"/>
                      </a:cubicBezTo>
                      <a:cubicBezTo>
                        <a:pt x="276252" y="24154"/>
                        <a:pt x="257738" y="36148"/>
                        <a:pt x="252866" y="55019"/>
                      </a:cubicBezTo>
                      <a:cubicBezTo>
                        <a:pt x="251139" y="61707"/>
                        <a:pt x="244318" y="65730"/>
                        <a:pt x="237629" y="64004"/>
                      </a:cubicBezTo>
                      <a:cubicBezTo>
                        <a:pt x="230941" y="62278"/>
                        <a:pt x="226918" y="55457"/>
                        <a:pt x="228644" y="48768"/>
                      </a:cubicBezTo>
                      <a:cubicBezTo>
                        <a:pt x="235320" y="22934"/>
                        <a:pt x="257659" y="4186"/>
                        <a:pt x="284260" y="2093"/>
                      </a:cubicBezTo>
                      <a:cubicBezTo>
                        <a:pt x="310860" y="0"/>
                        <a:pt x="335857" y="15023"/>
                        <a:pt x="346492" y="39495"/>
                      </a:cubicBezTo>
                      <a:cubicBezTo>
                        <a:pt x="357126" y="63966"/>
                        <a:pt x="351055" y="92491"/>
                        <a:pt x="331375" y="110510"/>
                      </a:cubicBezTo>
                      <a:cubicBezTo>
                        <a:pt x="348375" y="117870"/>
                        <a:pt x="363152" y="129550"/>
                        <a:pt x="374240" y="144389"/>
                      </a:cubicBezTo>
                      <a:cubicBezTo>
                        <a:pt x="376229" y="147049"/>
                        <a:pt x="377079" y="150390"/>
                        <a:pt x="376601" y="153677"/>
                      </a:cubicBezTo>
                      <a:cubicBezTo>
                        <a:pt x="376123" y="156963"/>
                        <a:pt x="374357" y="159924"/>
                        <a:pt x="371693" y="161907"/>
                      </a:cubicBezTo>
                      <a:close/>
                      <a:moveTo>
                        <a:pt x="287495" y="258169"/>
                      </a:moveTo>
                      <a:cubicBezTo>
                        <a:pt x="289871" y="262043"/>
                        <a:pt x="289957" y="266902"/>
                        <a:pt x="287720" y="270858"/>
                      </a:cubicBezTo>
                      <a:cubicBezTo>
                        <a:pt x="285483" y="274814"/>
                        <a:pt x="281275" y="277245"/>
                        <a:pt x="276731" y="277206"/>
                      </a:cubicBezTo>
                      <a:cubicBezTo>
                        <a:pt x="272186" y="277167"/>
                        <a:pt x="268020" y="274665"/>
                        <a:pt x="265852" y="270671"/>
                      </a:cubicBezTo>
                      <a:cubicBezTo>
                        <a:pt x="249827" y="243547"/>
                        <a:pt x="220666" y="226906"/>
                        <a:pt x="189162" y="226906"/>
                      </a:cubicBezTo>
                      <a:cubicBezTo>
                        <a:pt x="157658" y="226906"/>
                        <a:pt x="128498" y="243547"/>
                        <a:pt x="112473" y="270671"/>
                      </a:cubicBezTo>
                      <a:cubicBezTo>
                        <a:pt x="110344" y="274740"/>
                        <a:pt x="106156" y="277314"/>
                        <a:pt x="101565" y="277376"/>
                      </a:cubicBezTo>
                      <a:cubicBezTo>
                        <a:pt x="96973" y="277438"/>
                        <a:pt x="92717" y="274978"/>
                        <a:pt x="90479" y="270968"/>
                      </a:cubicBezTo>
                      <a:cubicBezTo>
                        <a:pt x="88241" y="266958"/>
                        <a:pt x="88382" y="262044"/>
                        <a:pt x="90845" y="258169"/>
                      </a:cubicBezTo>
                      <a:cubicBezTo>
                        <a:pt x="102966" y="237344"/>
                        <a:pt x="121446" y="220956"/>
                        <a:pt x="143571" y="211413"/>
                      </a:cubicBezTo>
                      <a:cubicBezTo>
                        <a:pt x="118044" y="191869"/>
                        <a:pt x="107811" y="158231"/>
                        <a:pt x="118129" y="127783"/>
                      </a:cubicBezTo>
                      <a:cubicBezTo>
                        <a:pt x="128446" y="97334"/>
                        <a:pt x="157021" y="76846"/>
                        <a:pt x="189170" y="76846"/>
                      </a:cubicBezTo>
                      <a:cubicBezTo>
                        <a:pt x="221319" y="76846"/>
                        <a:pt x="249894" y="97334"/>
                        <a:pt x="260212" y="127783"/>
                      </a:cubicBezTo>
                      <a:cubicBezTo>
                        <a:pt x="270529" y="158231"/>
                        <a:pt x="260296" y="191869"/>
                        <a:pt x="234770" y="211413"/>
                      </a:cubicBezTo>
                      <a:cubicBezTo>
                        <a:pt x="256894" y="220956"/>
                        <a:pt x="275375" y="237344"/>
                        <a:pt x="287495" y="258169"/>
                      </a:cubicBezTo>
                      <a:close/>
                      <a:moveTo>
                        <a:pt x="189170" y="201912"/>
                      </a:moveTo>
                      <a:cubicBezTo>
                        <a:pt x="216788" y="201912"/>
                        <a:pt x="239176" y="179523"/>
                        <a:pt x="239176" y="151906"/>
                      </a:cubicBezTo>
                      <a:cubicBezTo>
                        <a:pt x="239176" y="124288"/>
                        <a:pt x="216788" y="101900"/>
                        <a:pt x="189170" y="101900"/>
                      </a:cubicBezTo>
                      <a:cubicBezTo>
                        <a:pt x="161552" y="101900"/>
                        <a:pt x="139164" y="124288"/>
                        <a:pt x="139164" y="151906"/>
                      </a:cubicBezTo>
                      <a:cubicBezTo>
                        <a:pt x="139164" y="179523"/>
                        <a:pt x="161552" y="201912"/>
                        <a:pt x="189170" y="201912"/>
                      </a:cubicBezTo>
                      <a:close/>
                      <a:moveTo>
                        <a:pt x="101659" y="114401"/>
                      </a:moveTo>
                      <a:cubicBezTo>
                        <a:pt x="101659" y="107497"/>
                        <a:pt x="96062" y="101900"/>
                        <a:pt x="89158" y="101900"/>
                      </a:cubicBezTo>
                      <a:cubicBezTo>
                        <a:pt x="69668" y="101898"/>
                        <a:pt x="53427" y="86969"/>
                        <a:pt x="51789" y="67548"/>
                      </a:cubicBezTo>
                      <a:cubicBezTo>
                        <a:pt x="50150" y="48127"/>
                        <a:pt x="63660" y="30688"/>
                        <a:pt x="82874" y="27421"/>
                      </a:cubicBezTo>
                      <a:cubicBezTo>
                        <a:pt x="102088" y="24154"/>
                        <a:pt x="120602" y="36148"/>
                        <a:pt x="125475" y="55019"/>
                      </a:cubicBezTo>
                      <a:cubicBezTo>
                        <a:pt x="127201" y="61707"/>
                        <a:pt x="134022" y="65730"/>
                        <a:pt x="140711" y="64004"/>
                      </a:cubicBezTo>
                      <a:cubicBezTo>
                        <a:pt x="147400" y="62278"/>
                        <a:pt x="151423" y="55457"/>
                        <a:pt x="149696" y="48768"/>
                      </a:cubicBezTo>
                      <a:cubicBezTo>
                        <a:pt x="143020" y="22934"/>
                        <a:pt x="120681" y="4186"/>
                        <a:pt x="94080" y="2093"/>
                      </a:cubicBezTo>
                      <a:cubicBezTo>
                        <a:pt x="67480" y="0"/>
                        <a:pt x="42484" y="15023"/>
                        <a:pt x="31849" y="39495"/>
                      </a:cubicBezTo>
                      <a:cubicBezTo>
                        <a:pt x="21214" y="63966"/>
                        <a:pt x="27285" y="92491"/>
                        <a:pt x="46965" y="110510"/>
                      </a:cubicBezTo>
                      <a:cubicBezTo>
                        <a:pt x="29983" y="117877"/>
                        <a:pt x="15222" y="129556"/>
                        <a:pt x="4147" y="144389"/>
                      </a:cubicBezTo>
                      <a:cubicBezTo>
                        <a:pt x="0" y="149913"/>
                        <a:pt x="1116" y="157752"/>
                        <a:pt x="6639" y="161899"/>
                      </a:cubicBezTo>
                      <a:cubicBezTo>
                        <a:pt x="12163" y="166046"/>
                        <a:pt x="20003" y="164930"/>
                        <a:pt x="24149" y="159407"/>
                      </a:cubicBezTo>
                      <a:cubicBezTo>
                        <a:pt x="39430" y="138867"/>
                        <a:pt x="63557" y="126803"/>
                        <a:pt x="89158" y="126903"/>
                      </a:cubicBezTo>
                      <a:cubicBezTo>
                        <a:pt x="96062" y="126903"/>
                        <a:pt x="101659" y="121306"/>
                        <a:pt x="101659" y="11440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631055" y="3778568"/>
                <a:ext cx="37588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Ask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06265" y="4077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只问缺失意图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06265" y="4287202"/>
                <a:ext cx="11001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最多 1-3 个问题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254115" y="2705100"/>
              <a:ext cx="1138476" cy="1795462"/>
              <a:chOff x="6254115" y="2705100"/>
              <a:chExt cx="1138476" cy="1795462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553200" y="2705100"/>
                <a:ext cx="800100" cy="8001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6778228" y="2980134"/>
                <a:ext cx="350044" cy="300038"/>
                <a:chOff x="6778228" y="2980134"/>
                <a:chExt cx="350044" cy="30003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953250" y="2992636"/>
                  <a:ext cx="162520" cy="275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520" h="275034">
                      <a:moveTo>
                        <a:pt x="162520" y="12502"/>
                      </a:moveTo>
                      <a:lnTo>
                        <a:pt x="162520" y="212527"/>
                      </a:lnTo>
                      <a:cubicBezTo>
                        <a:pt x="162520" y="219431"/>
                        <a:pt x="156923" y="225028"/>
                        <a:pt x="150019" y="225028"/>
                      </a:cubicBezTo>
                      <a:lnTo>
                        <a:pt x="50006" y="225028"/>
                      </a:lnTo>
                      <a:cubicBezTo>
                        <a:pt x="22389" y="225028"/>
                        <a:pt x="0" y="247417"/>
                        <a:pt x="0" y="275034"/>
                      </a:cubicBezTo>
                      <a:lnTo>
                        <a:pt x="0" y="50006"/>
                      </a:ln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150019" y="0"/>
                      </a:lnTo>
                      <a:cubicBezTo>
                        <a:pt x="156923" y="0"/>
                        <a:pt x="162520" y="5597"/>
                        <a:pt x="162520" y="12502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78228" y="2980134"/>
                  <a:ext cx="350044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044" h="300038">
                      <a:moveTo>
                        <a:pt x="325041" y="0"/>
                      </a:moveTo>
                      <a:lnTo>
                        <a:pt x="225028" y="0"/>
                      </a:lnTo>
                      <a:cubicBezTo>
                        <a:pt x="205353" y="0"/>
                        <a:pt x="186827" y="9263"/>
                        <a:pt x="175022" y="25003"/>
                      </a:cubicBezTo>
                      <a:cubicBezTo>
                        <a:pt x="163217" y="9263"/>
                        <a:pt x="144690" y="0"/>
                        <a:pt x="125016" y="0"/>
                      </a:cubicBezTo>
                      <a:lnTo>
                        <a:pt x="25003" y="0"/>
                      </a:lnTo>
                      <a:cubicBezTo>
                        <a:pt x="11194" y="0"/>
                        <a:pt x="0" y="11194"/>
                        <a:pt x="0" y="25003"/>
                      </a:cubicBezTo>
                      <a:lnTo>
                        <a:pt x="0" y="225028"/>
                      </a:lnTo>
                      <a:cubicBezTo>
                        <a:pt x="0" y="238837"/>
                        <a:pt x="11194" y="250031"/>
                        <a:pt x="25003" y="250031"/>
                      </a:cubicBezTo>
                      <a:lnTo>
                        <a:pt x="125016" y="250031"/>
                      </a:lnTo>
                      <a:cubicBezTo>
                        <a:pt x="145729" y="250031"/>
                        <a:pt x="162520" y="266823"/>
                        <a:pt x="162520" y="287536"/>
                      </a:cubicBezTo>
                      <a:cubicBezTo>
                        <a:pt x="162520" y="294440"/>
                        <a:pt x="168117" y="300038"/>
                        <a:pt x="175022" y="300038"/>
                      </a:cubicBezTo>
                      <a:cubicBezTo>
                        <a:pt x="181926" y="300038"/>
                        <a:pt x="187523" y="294440"/>
                        <a:pt x="187523" y="287536"/>
                      </a:cubicBezTo>
                      <a:cubicBezTo>
                        <a:pt x="187523" y="266823"/>
                        <a:pt x="204315" y="250031"/>
                        <a:pt x="225028" y="250031"/>
                      </a:cubicBezTo>
                      <a:lnTo>
                        <a:pt x="325041" y="250031"/>
                      </a:lnTo>
                      <a:cubicBezTo>
                        <a:pt x="338849" y="250031"/>
                        <a:pt x="350044" y="238837"/>
                        <a:pt x="350044" y="225028"/>
                      </a:cubicBezTo>
                      <a:lnTo>
                        <a:pt x="350044" y="25003"/>
                      </a:lnTo>
                      <a:cubicBezTo>
                        <a:pt x="350044" y="11194"/>
                        <a:pt x="338849" y="0"/>
                        <a:pt x="325041" y="0"/>
                      </a:cubicBezTo>
                      <a:close/>
                      <a:moveTo>
                        <a:pt x="125016" y="225028"/>
                      </a:moveTo>
                      <a:lnTo>
                        <a:pt x="25003" y="225028"/>
                      </a:lnTo>
                      <a:lnTo>
                        <a:pt x="25003" y="25003"/>
                      </a:lnTo>
                      <a:lnTo>
                        <a:pt x="125016" y="25003"/>
                      </a:lnTo>
                      <a:cubicBezTo>
                        <a:pt x="145729" y="25003"/>
                        <a:pt x="162520" y="41795"/>
                        <a:pt x="162520" y="62508"/>
                      </a:cubicBezTo>
                      <a:lnTo>
                        <a:pt x="162520" y="237530"/>
                      </a:lnTo>
                      <a:cubicBezTo>
                        <a:pt x="151711" y="229395"/>
                        <a:pt x="138544" y="225007"/>
                        <a:pt x="125016" y="225028"/>
                      </a:cubicBezTo>
                      <a:close/>
                      <a:moveTo>
                        <a:pt x="325041" y="225028"/>
                      </a:moveTo>
                      <a:lnTo>
                        <a:pt x="225028" y="225028"/>
                      </a:lnTo>
                      <a:cubicBezTo>
                        <a:pt x="211500" y="225007"/>
                        <a:pt x="198333" y="229395"/>
                        <a:pt x="187523" y="237530"/>
                      </a:cubicBezTo>
                      <a:lnTo>
                        <a:pt x="187523" y="62508"/>
                      </a:lnTo>
                      <a:cubicBezTo>
                        <a:pt x="187523" y="41795"/>
                        <a:pt x="204315" y="25003"/>
                        <a:pt x="225028" y="25003"/>
                      </a:cubicBezTo>
                      <a:lnTo>
                        <a:pt x="325041" y="25003"/>
                      </a:lnTo>
                      <a:close/>
                      <a:moveTo>
                        <a:pt x="225028" y="62508"/>
                      </a:moveTo>
                      <a:lnTo>
                        <a:pt x="287536" y="62508"/>
                      </a:lnTo>
                      <a:cubicBezTo>
                        <a:pt x="294440" y="62508"/>
                        <a:pt x="300038" y="68105"/>
                        <a:pt x="300038" y="75009"/>
                      </a:cubicBezTo>
                      <a:cubicBezTo>
                        <a:pt x="300038" y="81914"/>
                        <a:pt x="294440" y="87511"/>
                        <a:pt x="287536" y="87511"/>
                      </a:cubicBezTo>
                      <a:lnTo>
                        <a:pt x="225028" y="87511"/>
                      </a:lnTo>
                      <a:cubicBezTo>
                        <a:pt x="218124" y="87511"/>
                        <a:pt x="212527" y="81914"/>
                        <a:pt x="212527" y="75009"/>
                      </a:cubicBezTo>
                      <a:cubicBezTo>
                        <a:pt x="212527" y="68105"/>
                        <a:pt x="218124" y="62508"/>
                        <a:pt x="225028" y="62508"/>
                      </a:cubicBezTo>
                      <a:close/>
                      <a:moveTo>
                        <a:pt x="300038" y="125016"/>
                      </a:moveTo>
                      <a:cubicBezTo>
                        <a:pt x="300038" y="131920"/>
                        <a:pt x="294440" y="137517"/>
                        <a:pt x="287536" y="137517"/>
                      </a:cubicBezTo>
                      <a:lnTo>
                        <a:pt x="225028" y="137517"/>
                      </a:lnTo>
                      <a:cubicBezTo>
                        <a:pt x="218124" y="137517"/>
                        <a:pt x="212527" y="131920"/>
                        <a:pt x="212527" y="125016"/>
                      </a:cubicBezTo>
                      <a:cubicBezTo>
                        <a:pt x="212527" y="118111"/>
                        <a:pt x="218124" y="112514"/>
                        <a:pt x="225028" y="112514"/>
                      </a:cubicBezTo>
                      <a:lnTo>
                        <a:pt x="287536" y="112514"/>
                      </a:lnTo>
                      <a:cubicBezTo>
                        <a:pt x="294440" y="112514"/>
                        <a:pt x="300038" y="118111"/>
                        <a:pt x="300038" y="125016"/>
                      </a:cubicBezTo>
                      <a:close/>
                      <a:moveTo>
                        <a:pt x="300038" y="175022"/>
                      </a:moveTo>
                      <a:cubicBezTo>
                        <a:pt x="300038" y="181926"/>
                        <a:pt x="294440" y="187523"/>
                        <a:pt x="287536" y="187523"/>
                      </a:cubicBezTo>
                      <a:lnTo>
                        <a:pt x="225028" y="187523"/>
                      </a:lnTo>
                      <a:cubicBezTo>
                        <a:pt x="218124" y="187523"/>
                        <a:pt x="212527" y="181926"/>
                        <a:pt x="212527" y="175022"/>
                      </a:cubicBezTo>
                      <a:cubicBezTo>
                        <a:pt x="212527" y="168117"/>
                        <a:pt x="218124" y="162520"/>
                        <a:pt x="225028" y="162520"/>
                      </a:cubicBezTo>
                      <a:lnTo>
                        <a:pt x="287536" y="162520"/>
                      </a:lnTo>
                      <a:cubicBezTo>
                        <a:pt x="294440" y="162520"/>
                        <a:pt x="300038" y="168117"/>
                        <a:pt x="300038" y="1750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478905" y="3778568"/>
                <a:ext cx="4897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Load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54115" y="40776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按任务加载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254115" y="4287202"/>
                <a:ext cx="11384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reference 文档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121015" y="2705100"/>
              <a:ext cx="1099185" cy="1795462"/>
              <a:chOff x="8121015" y="2705100"/>
              <a:chExt cx="1099185" cy="1795462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8420100" y="2705100"/>
                <a:ext cx="800100" cy="8001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8657620" y="2941402"/>
                <a:ext cx="300047" cy="301266"/>
                <a:chOff x="8657620" y="2941402"/>
                <a:chExt cx="300047" cy="301266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8695134" y="2980134"/>
                  <a:ext cx="250031" cy="25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1" h="250031">
                      <a:moveTo>
                        <a:pt x="250031" y="12502"/>
                      </a:moveTo>
                      <a:lnTo>
                        <a:pt x="250031" y="237530"/>
                      </a:lnTo>
                      <a:cubicBezTo>
                        <a:pt x="250031" y="244434"/>
                        <a:pt x="244434" y="250031"/>
                        <a:pt x="237530" y="250031"/>
                      </a:cubicBezTo>
                      <a:lnTo>
                        <a:pt x="12502" y="250031"/>
                      </a:lnTo>
                      <a:cubicBezTo>
                        <a:pt x="5597" y="250031"/>
                        <a:pt x="0" y="244434"/>
                        <a:pt x="0" y="237530"/>
                      </a:cubicBezTo>
                      <a:lnTo>
                        <a:pt x="0" y="12502"/>
                      </a:lnTo>
                      <a:cubicBezTo>
                        <a:pt x="0" y="5597"/>
                        <a:pt x="5597" y="0"/>
                        <a:pt x="12502" y="0"/>
                      </a:cubicBezTo>
                      <a:lnTo>
                        <a:pt x="237530" y="0"/>
                      </a:lnTo>
                      <a:cubicBezTo>
                        <a:pt x="244434" y="0"/>
                        <a:pt x="250031" y="5597"/>
                        <a:pt x="250031" y="12502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657620" y="2941402"/>
                  <a:ext cx="300047" cy="301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47" h="301266">
                      <a:moveTo>
                        <a:pt x="53673" y="122587"/>
                      </a:moveTo>
                      <a:lnTo>
                        <a:pt x="3667" y="72581"/>
                      </a:lnTo>
                      <a:cubicBezTo>
                        <a:pt x="1319" y="70236"/>
                        <a:pt x="0" y="67054"/>
                        <a:pt x="0" y="63736"/>
                      </a:cubicBezTo>
                      <a:cubicBezTo>
                        <a:pt x="0" y="60418"/>
                        <a:pt x="1319" y="57236"/>
                        <a:pt x="3667" y="54891"/>
                      </a:cubicBezTo>
                      <a:lnTo>
                        <a:pt x="53673" y="4885"/>
                      </a:lnTo>
                      <a:cubicBezTo>
                        <a:pt x="58558" y="0"/>
                        <a:pt x="66478" y="0"/>
                        <a:pt x="71363" y="4885"/>
                      </a:cubicBezTo>
                      <a:cubicBezTo>
                        <a:pt x="76247" y="9770"/>
                        <a:pt x="76247" y="17690"/>
                        <a:pt x="71363" y="22575"/>
                      </a:cubicBezTo>
                      <a:lnTo>
                        <a:pt x="30185" y="63736"/>
                      </a:lnTo>
                      <a:lnTo>
                        <a:pt x="71363" y="104897"/>
                      </a:lnTo>
                      <a:cubicBezTo>
                        <a:pt x="76247" y="109782"/>
                        <a:pt x="76247" y="117702"/>
                        <a:pt x="71363" y="122587"/>
                      </a:cubicBezTo>
                      <a:cubicBezTo>
                        <a:pt x="66478" y="127472"/>
                        <a:pt x="58558" y="127472"/>
                        <a:pt x="53673" y="122587"/>
                      </a:cubicBezTo>
                      <a:close/>
                      <a:moveTo>
                        <a:pt x="116181" y="122587"/>
                      </a:moveTo>
                      <a:cubicBezTo>
                        <a:pt x="118526" y="124935"/>
                        <a:pt x="121707" y="126254"/>
                        <a:pt x="125025" y="126254"/>
                      </a:cubicBezTo>
                      <a:cubicBezTo>
                        <a:pt x="128343" y="126254"/>
                        <a:pt x="131525" y="124935"/>
                        <a:pt x="133870" y="122587"/>
                      </a:cubicBezTo>
                      <a:lnTo>
                        <a:pt x="183877" y="72581"/>
                      </a:lnTo>
                      <a:cubicBezTo>
                        <a:pt x="186224" y="70236"/>
                        <a:pt x="187543" y="67054"/>
                        <a:pt x="187543" y="63736"/>
                      </a:cubicBezTo>
                      <a:cubicBezTo>
                        <a:pt x="187543" y="60418"/>
                        <a:pt x="186224" y="57236"/>
                        <a:pt x="183877" y="54891"/>
                      </a:cubicBezTo>
                      <a:lnTo>
                        <a:pt x="133870" y="4885"/>
                      </a:lnTo>
                      <a:cubicBezTo>
                        <a:pt x="128985" y="0"/>
                        <a:pt x="121065" y="0"/>
                        <a:pt x="116181" y="4885"/>
                      </a:cubicBezTo>
                      <a:cubicBezTo>
                        <a:pt x="111296" y="9770"/>
                        <a:pt x="111296" y="17690"/>
                        <a:pt x="116181" y="22575"/>
                      </a:cubicBezTo>
                      <a:lnTo>
                        <a:pt x="157358" y="63736"/>
                      </a:lnTo>
                      <a:lnTo>
                        <a:pt x="116181" y="104897"/>
                      </a:lnTo>
                      <a:cubicBezTo>
                        <a:pt x="113833" y="107242"/>
                        <a:pt x="112514" y="110424"/>
                        <a:pt x="112514" y="113742"/>
                      </a:cubicBezTo>
                      <a:cubicBezTo>
                        <a:pt x="112514" y="117060"/>
                        <a:pt x="113833" y="120242"/>
                        <a:pt x="116181" y="122587"/>
                      </a:cubicBezTo>
                      <a:close/>
                      <a:moveTo>
                        <a:pt x="275044" y="26231"/>
                      </a:moveTo>
                      <a:lnTo>
                        <a:pt x="237540" y="26231"/>
                      </a:lnTo>
                      <a:cubicBezTo>
                        <a:pt x="230635" y="26231"/>
                        <a:pt x="225038" y="31828"/>
                        <a:pt x="225038" y="38733"/>
                      </a:cubicBezTo>
                      <a:cubicBezTo>
                        <a:pt x="225038" y="45637"/>
                        <a:pt x="230635" y="51234"/>
                        <a:pt x="237540" y="51234"/>
                      </a:cubicBezTo>
                      <a:lnTo>
                        <a:pt x="275044" y="51234"/>
                      </a:lnTo>
                      <a:lnTo>
                        <a:pt x="275044" y="276263"/>
                      </a:lnTo>
                      <a:lnTo>
                        <a:pt x="50016" y="276263"/>
                      </a:lnTo>
                      <a:lnTo>
                        <a:pt x="50016" y="176250"/>
                      </a:lnTo>
                      <a:cubicBezTo>
                        <a:pt x="50016" y="169346"/>
                        <a:pt x="44419" y="163748"/>
                        <a:pt x="37515" y="163748"/>
                      </a:cubicBezTo>
                      <a:cubicBezTo>
                        <a:pt x="30610" y="163748"/>
                        <a:pt x="25013" y="169346"/>
                        <a:pt x="25013" y="176250"/>
                      </a:cubicBezTo>
                      <a:lnTo>
                        <a:pt x="25013" y="276263"/>
                      </a:lnTo>
                      <a:cubicBezTo>
                        <a:pt x="25013" y="290071"/>
                        <a:pt x="36207" y="301266"/>
                        <a:pt x="50016" y="301266"/>
                      </a:cubicBezTo>
                      <a:lnTo>
                        <a:pt x="275044" y="301266"/>
                      </a:lnTo>
                      <a:cubicBezTo>
                        <a:pt x="288853" y="301266"/>
                        <a:pt x="300047" y="290071"/>
                        <a:pt x="300047" y="276263"/>
                      </a:cubicBezTo>
                      <a:lnTo>
                        <a:pt x="300047" y="51234"/>
                      </a:lnTo>
                      <a:cubicBezTo>
                        <a:pt x="300047" y="37426"/>
                        <a:pt x="288853" y="26231"/>
                        <a:pt x="275044" y="262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155305" y="3778568"/>
                <a:ext cx="103836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Implement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21015" y="4077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遵循现有约定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21015" y="428720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聚焦最小改动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0006965" y="2705100"/>
              <a:ext cx="1100138" cy="1795462"/>
              <a:chOff x="10006965" y="2705100"/>
              <a:chExt cx="1100138" cy="1795462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10287000" y="2705100"/>
                <a:ext cx="800100" cy="8001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10524530" y="2942630"/>
                <a:ext cx="325041" cy="325041"/>
                <a:chOff x="10524530" y="2942630"/>
                <a:chExt cx="325041" cy="325041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10537031" y="2955131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300038" y="150019"/>
                      </a:moveTo>
                      <a:cubicBezTo>
                        <a:pt x="300038" y="232872"/>
                        <a:pt x="232872" y="300038"/>
                        <a:pt x="150019" y="300038"/>
                      </a:cubicBezTo>
                      <a:cubicBezTo>
                        <a:pt x="67166" y="300038"/>
                        <a:pt x="0" y="232872"/>
                        <a:pt x="0" y="150019"/>
                      </a:cubicBezTo>
                      <a:cubicBezTo>
                        <a:pt x="0" y="67166"/>
                        <a:pt x="67166" y="0"/>
                        <a:pt x="150019" y="0"/>
                      </a:cubicBezTo>
                      <a:cubicBezTo>
                        <a:pt x="232872" y="0"/>
                        <a:pt x="300038" y="67166"/>
                        <a:pt x="300038" y="150019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0524530" y="2942630"/>
                  <a:ext cx="325041" cy="325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41" h="325041">
                      <a:moveTo>
                        <a:pt x="233873" y="116171"/>
                      </a:moveTo>
                      <a:cubicBezTo>
                        <a:pt x="236220" y="118516"/>
                        <a:pt x="237540" y="121698"/>
                        <a:pt x="237540" y="125016"/>
                      </a:cubicBezTo>
                      <a:cubicBezTo>
                        <a:pt x="237540" y="128334"/>
                        <a:pt x="236220" y="131516"/>
                        <a:pt x="233873" y="133860"/>
                      </a:cubicBezTo>
                      <a:lnTo>
                        <a:pt x="146362" y="221371"/>
                      </a:lnTo>
                      <a:cubicBezTo>
                        <a:pt x="144017" y="223719"/>
                        <a:pt x="140835" y="225038"/>
                        <a:pt x="137517" y="225038"/>
                      </a:cubicBezTo>
                      <a:cubicBezTo>
                        <a:pt x="134199" y="225038"/>
                        <a:pt x="131017" y="223719"/>
                        <a:pt x="128672" y="221371"/>
                      </a:cubicBezTo>
                      <a:lnTo>
                        <a:pt x="91168" y="183867"/>
                      </a:lnTo>
                      <a:cubicBezTo>
                        <a:pt x="86283" y="178982"/>
                        <a:pt x="86283" y="171062"/>
                        <a:pt x="91168" y="166177"/>
                      </a:cubicBezTo>
                      <a:cubicBezTo>
                        <a:pt x="96053" y="161292"/>
                        <a:pt x="103972" y="161292"/>
                        <a:pt x="108857" y="166177"/>
                      </a:cubicBezTo>
                      <a:lnTo>
                        <a:pt x="137517" y="194852"/>
                      </a:lnTo>
                      <a:lnTo>
                        <a:pt x="216183" y="116171"/>
                      </a:lnTo>
                      <a:cubicBezTo>
                        <a:pt x="218528" y="113823"/>
                        <a:pt x="221710" y="112504"/>
                        <a:pt x="225028" y="112504"/>
                      </a:cubicBezTo>
                      <a:cubicBezTo>
                        <a:pt x="228346" y="112504"/>
                        <a:pt x="231528" y="113823"/>
                        <a:pt x="233873" y="116171"/>
                      </a:cubicBezTo>
                      <a:close/>
                      <a:moveTo>
                        <a:pt x="325041" y="162520"/>
                      </a:moveTo>
                      <a:cubicBezTo>
                        <a:pt x="325041" y="252278"/>
                        <a:pt x="252278" y="325041"/>
                        <a:pt x="162520" y="325041"/>
                      </a:cubicBezTo>
                      <a:cubicBezTo>
                        <a:pt x="72763" y="325041"/>
                        <a:pt x="0" y="252278"/>
                        <a:pt x="0" y="162520"/>
                      </a:cubicBezTo>
                      <a:cubicBezTo>
                        <a:pt x="0" y="72763"/>
                        <a:pt x="72763" y="0"/>
                        <a:pt x="162520" y="0"/>
                      </a:cubicBezTo>
                      <a:cubicBezTo>
                        <a:pt x="252239" y="95"/>
                        <a:pt x="324946" y="72802"/>
                        <a:pt x="325041" y="162520"/>
                      </a:cubicBezTo>
                      <a:close/>
                      <a:moveTo>
                        <a:pt x="300038" y="162520"/>
                      </a:moveTo>
                      <a:cubicBezTo>
                        <a:pt x="300038" y="86572"/>
                        <a:pt x="238469" y="25003"/>
                        <a:pt x="162520" y="25003"/>
                      </a:cubicBezTo>
                      <a:cubicBezTo>
                        <a:pt x="86572" y="25003"/>
                        <a:pt x="25003" y="86572"/>
                        <a:pt x="25003" y="162520"/>
                      </a:cubicBezTo>
                      <a:cubicBezTo>
                        <a:pt x="25003" y="238469"/>
                        <a:pt x="86572" y="300038"/>
                        <a:pt x="162520" y="300038"/>
                      </a:cubicBezTo>
                      <a:cubicBezTo>
                        <a:pt x="238433" y="299951"/>
                        <a:pt x="299951" y="238433"/>
                        <a:pt x="300038" y="1625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0136505" y="3778568"/>
                <a:ext cx="6657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Verify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006965" y="4077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运行最小测试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006965" y="4287202"/>
                <a:ext cx="11001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报告 artifacts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485900" y="5257800"/>
            <a:ext cx="9220200" cy="590550"/>
            <a:chOff x="1485900" y="5257800"/>
            <a:chExt cx="9220200" cy="590550"/>
          </a:xfrm>
        </p:grpSpPr>
        <p:sp>
          <p:nvSpPr>
            <p:cNvPr id="65" name="Rectangle 65"/>
            <p:cNvSpPr/>
            <p:nvPr/>
          </p:nvSpPr>
          <p:spPr>
            <a:xfrm>
              <a:off x="1485900" y="5257800"/>
              <a:ext cx="9220200" cy="59055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773555" y="5474018"/>
              <a:ext cx="8029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这套流程的价值：把 Codex 从“马上写代码”拉回到“先理解项目上下文，再做可验证改变”。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406991"/>
              <a:ext cx="26295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playwright-skill/SKILL.md Workflow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4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7553356" cy="641984"/>
            <a:chOff x="501015" y="239078"/>
            <a:chExt cx="7553356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755335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`references/`：把长期知识拆成按需加载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主入口保持短，细分策略放在专题文档里，只在任务需要时读取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48150" y="2362200"/>
            <a:ext cx="4069699" cy="1485900"/>
            <a:chOff x="4248150" y="2362200"/>
            <a:chExt cx="4069699" cy="1485900"/>
          </a:xfrm>
        </p:grpSpPr>
        <p:sp>
          <p:nvSpPr>
            <p:cNvPr id="8" name="Rectangle 8"/>
            <p:cNvSpPr/>
            <p:nvPr/>
          </p:nvSpPr>
          <p:spPr>
            <a:xfrm>
              <a:off x="4248150" y="2362200"/>
              <a:ext cx="3695700" cy="1485900"/>
            </a:xfrm>
            <a:prstGeom prst="roundRect">
              <a:avLst>
                <a:gd name="adj" fmla="val 11538"/>
              </a:avLst>
            </a:prstGeom>
            <a:solidFill>
              <a:srgbClr val="1565C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4680347" y="2839641"/>
              <a:ext cx="450056" cy="385762"/>
              <a:chOff x="4680347" y="2839641"/>
              <a:chExt cx="450056" cy="38576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905375" y="2855714"/>
                <a:ext cx="208955" cy="353616"/>
              </a:xfrm>
              <a:custGeom>
                <a:avLst/>
                <a:gdLst/>
                <a:ahLst/>
                <a:cxnLst/>
                <a:rect l="l" t="t" r="r" b="b"/>
                <a:pathLst>
                  <a:path w="208955" h="353616">
                    <a:moveTo>
                      <a:pt x="208955" y="16073"/>
                    </a:moveTo>
                    <a:lnTo>
                      <a:pt x="208955" y="273248"/>
                    </a:lnTo>
                    <a:cubicBezTo>
                      <a:pt x="208955" y="282126"/>
                      <a:pt x="201758" y="289322"/>
                      <a:pt x="192881" y="289322"/>
                    </a:cubicBezTo>
                    <a:lnTo>
                      <a:pt x="64294" y="289322"/>
                    </a:lnTo>
                    <a:cubicBezTo>
                      <a:pt x="28785" y="289322"/>
                      <a:pt x="0" y="318107"/>
                      <a:pt x="0" y="353616"/>
                    </a:cubicBezTo>
                    <a:lnTo>
                      <a:pt x="0" y="64294"/>
                    </a:lnTo>
                    <a:cubicBezTo>
                      <a:pt x="0" y="28785"/>
                      <a:pt x="28785" y="0"/>
                      <a:pt x="64294" y="0"/>
                    </a:cubicBezTo>
                    <a:lnTo>
                      <a:pt x="192881" y="0"/>
                    </a:lnTo>
                    <a:cubicBezTo>
                      <a:pt x="201758" y="0"/>
                      <a:pt x="208955" y="7196"/>
                      <a:pt x="208955" y="16073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680347" y="2839641"/>
                <a:ext cx="450056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450056" h="385762">
                    <a:moveTo>
                      <a:pt x="417909" y="0"/>
                    </a:moveTo>
                    <a:lnTo>
                      <a:pt x="289322" y="0"/>
                    </a:lnTo>
                    <a:cubicBezTo>
                      <a:pt x="264026" y="0"/>
                      <a:pt x="240206" y="11910"/>
                      <a:pt x="225028" y="32147"/>
                    </a:cubicBezTo>
                    <a:cubicBezTo>
                      <a:pt x="209850" y="11910"/>
                      <a:pt x="186031" y="0"/>
                      <a:pt x="160734" y="0"/>
                    </a:cubicBez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289322"/>
                    </a:lnTo>
                    <a:cubicBezTo>
                      <a:pt x="0" y="307076"/>
                      <a:pt x="14393" y="321469"/>
                      <a:pt x="32147" y="321469"/>
                    </a:cubicBezTo>
                    <a:lnTo>
                      <a:pt x="160734" y="321469"/>
                    </a:lnTo>
                    <a:cubicBezTo>
                      <a:pt x="187366" y="321469"/>
                      <a:pt x="208955" y="343058"/>
                      <a:pt x="208955" y="369689"/>
                    </a:cubicBezTo>
                    <a:cubicBezTo>
                      <a:pt x="208955" y="378566"/>
                      <a:pt x="216151" y="385762"/>
                      <a:pt x="225028" y="385762"/>
                    </a:cubicBezTo>
                    <a:cubicBezTo>
                      <a:pt x="233905" y="385762"/>
                      <a:pt x="241102" y="378566"/>
                      <a:pt x="241102" y="369689"/>
                    </a:cubicBezTo>
                    <a:cubicBezTo>
                      <a:pt x="241102" y="343058"/>
                      <a:pt x="262691" y="321469"/>
                      <a:pt x="289322" y="321469"/>
                    </a:cubicBezTo>
                    <a:lnTo>
                      <a:pt x="417909" y="321469"/>
                    </a:lnTo>
                    <a:cubicBezTo>
                      <a:pt x="435664" y="321469"/>
                      <a:pt x="450056" y="307076"/>
                      <a:pt x="450056" y="289322"/>
                    </a:cubicBezTo>
                    <a:lnTo>
                      <a:pt x="450056" y="32147"/>
                    </a:lnTo>
                    <a:cubicBezTo>
                      <a:pt x="450056" y="14393"/>
                      <a:pt x="435664" y="0"/>
                      <a:pt x="417909" y="0"/>
                    </a:cubicBezTo>
                    <a:close/>
                    <a:moveTo>
                      <a:pt x="160734" y="289322"/>
                    </a:moveTo>
                    <a:lnTo>
                      <a:pt x="32147" y="289322"/>
                    </a:lnTo>
                    <a:lnTo>
                      <a:pt x="32147" y="32147"/>
                    </a:lnTo>
                    <a:lnTo>
                      <a:pt x="160734" y="32147"/>
                    </a:lnTo>
                    <a:cubicBezTo>
                      <a:pt x="187366" y="32147"/>
                      <a:pt x="208955" y="53736"/>
                      <a:pt x="208955" y="80367"/>
                    </a:cubicBezTo>
                    <a:lnTo>
                      <a:pt x="208955" y="305395"/>
                    </a:lnTo>
                    <a:cubicBezTo>
                      <a:pt x="195056" y="294937"/>
                      <a:pt x="178128" y="289294"/>
                      <a:pt x="160734" y="289322"/>
                    </a:cubicBezTo>
                    <a:close/>
                    <a:moveTo>
                      <a:pt x="417909" y="289322"/>
                    </a:moveTo>
                    <a:lnTo>
                      <a:pt x="289322" y="289322"/>
                    </a:lnTo>
                    <a:cubicBezTo>
                      <a:pt x="271928" y="289294"/>
                      <a:pt x="255000" y="294937"/>
                      <a:pt x="241102" y="305395"/>
                    </a:cubicBezTo>
                    <a:lnTo>
                      <a:pt x="241102" y="80367"/>
                    </a:lnTo>
                    <a:cubicBezTo>
                      <a:pt x="241102" y="53736"/>
                      <a:pt x="262691" y="32147"/>
                      <a:pt x="289322" y="32147"/>
                    </a:cubicBezTo>
                    <a:lnTo>
                      <a:pt x="417909" y="32147"/>
                    </a:lnTo>
                    <a:close/>
                    <a:moveTo>
                      <a:pt x="289322" y="80367"/>
                    </a:moveTo>
                    <a:lnTo>
                      <a:pt x="369689" y="80367"/>
                    </a:lnTo>
                    <a:cubicBezTo>
                      <a:pt x="378566" y="80367"/>
                      <a:pt x="385762" y="87564"/>
                      <a:pt x="385762" y="96441"/>
                    </a:cubicBezTo>
                    <a:cubicBezTo>
                      <a:pt x="385762" y="105318"/>
                      <a:pt x="378566" y="112514"/>
                      <a:pt x="369689" y="112514"/>
                    </a:cubicBezTo>
                    <a:lnTo>
                      <a:pt x="289322" y="112514"/>
                    </a:lnTo>
                    <a:cubicBezTo>
                      <a:pt x="280445" y="112514"/>
                      <a:pt x="273248" y="105318"/>
                      <a:pt x="273248" y="96441"/>
                    </a:cubicBezTo>
                    <a:cubicBezTo>
                      <a:pt x="273248" y="87564"/>
                      <a:pt x="280445" y="80367"/>
                      <a:pt x="289322" y="80367"/>
                    </a:cubicBezTo>
                    <a:close/>
                    <a:moveTo>
                      <a:pt x="385762" y="160734"/>
                    </a:moveTo>
                    <a:cubicBezTo>
                      <a:pt x="385762" y="169611"/>
                      <a:pt x="378566" y="176808"/>
                      <a:pt x="369689" y="176808"/>
                    </a:cubicBezTo>
                    <a:lnTo>
                      <a:pt x="289322" y="176808"/>
                    </a:lnTo>
                    <a:cubicBezTo>
                      <a:pt x="280445" y="176808"/>
                      <a:pt x="273248" y="169611"/>
                      <a:pt x="273248" y="160734"/>
                    </a:cubicBezTo>
                    <a:cubicBezTo>
                      <a:pt x="273248" y="151857"/>
                      <a:pt x="280445" y="144661"/>
                      <a:pt x="289322" y="144661"/>
                    </a:cubicBezTo>
                    <a:lnTo>
                      <a:pt x="369689" y="144661"/>
                    </a:lnTo>
                    <a:cubicBezTo>
                      <a:pt x="378566" y="144661"/>
                      <a:pt x="385762" y="151857"/>
                      <a:pt x="385762" y="160734"/>
                    </a:cubicBezTo>
                    <a:close/>
                    <a:moveTo>
                      <a:pt x="385762" y="225028"/>
                    </a:moveTo>
                    <a:cubicBezTo>
                      <a:pt x="385762" y="233905"/>
                      <a:pt x="378566" y="241102"/>
                      <a:pt x="369689" y="241102"/>
                    </a:cubicBezTo>
                    <a:lnTo>
                      <a:pt x="289322" y="241102"/>
                    </a:lnTo>
                    <a:cubicBezTo>
                      <a:pt x="280445" y="241102"/>
                      <a:pt x="273248" y="233905"/>
                      <a:pt x="273248" y="225028"/>
                    </a:cubicBezTo>
                    <a:cubicBezTo>
                      <a:pt x="273248" y="216151"/>
                      <a:pt x="280445" y="208955"/>
                      <a:pt x="289322" y="208955"/>
                    </a:cubicBezTo>
                    <a:lnTo>
                      <a:pt x="369689" y="208955"/>
                    </a:lnTo>
                    <a:cubicBezTo>
                      <a:pt x="378566" y="208955"/>
                      <a:pt x="385762" y="216151"/>
                      <a:pt x="385762" y="2250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330190" y="2748915"/>
              <a:ext cx="1563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references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35905" y="3092768"/>
              <a:ext cx="29819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把领域判断从 SKILL.md 中拆出来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39715" y="34013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按需加载，减少上下文噪声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1390650"/>
            <a:ext cx="11841813" cy="4248150"/>
            <a:chOff x="533400" y="1390650"/>
            <a:chExt cx="11841813" cy="4248150"/>
          </a:xfrm>
        </p:grpSpPr>
        <p:sp>
          <p:nvSpPr>
            <p:cNvPr id="16" name="Rectangle 16"/>
            <p:cNvSpPr/>
            <p:nvPr/>
          </p:nvSpPr>
          <p:spPr>
            <a:xfrm>
              <a:off x="533400" y="1390650"/>
              <a:ext cx="297180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99899" y="1695201"/>
              <a:ext cx="275635" cy="275683"/>
              <a:chOff x="799899" y="1695201"/>
              <a:chExt cx="275635" cy="2756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21531" y="1716881"/>
                <a:ext cx="202406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02406">
                    <a:moveTo>
                      <a:pt x="202406" y="101203"/>
                    </a:moveTo>
                    <a:cubicBezTo>
                      <a:pt x="202406" y="157096"/>
                      <a:pt x="157096" y="202406"/>
                      <a:pt x="101203" y="202406"/>
                    </a:cubicBezTo>
                    <a:cubicBezTo>
                      <a:pt x="45310" y="202406"/>
                      <a:pt x="0" y="157096"/>
                      <a:pt x="0" y="101203"/>
                    </a:cubicBezTo>
                    <a:cubicBezTo>
                      <a:pt x="0" y="45310"/>
                      <a:pt x="45310" y="0"/>
                      <a:pt x="101203" y="0"/>
                    </a:cubicBezTo>
                    <a:cubicBezTo>
                      <a:pt x="157096" y="0"/>
                      <a:pt x="202406" y="45310"/>
                      <a:pt x="202406" y="10120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99899" y="1695201"/>
                <a:ext cx="275635" cy="275683"/>
              </a:xfrm>
              <a:custGeom>
                <a:avLst/>
                <a:gdLst/>
                <a:ahLst/>
                <a:cxnLst/>
                <a:rect l="l" t="t" r="r" b="b"/>
                <a:pathLst>
                  <a:path w="275635" h="275683">
                    <a:moveTo>
                      <a:pt x="271680" y="257408"/>
                    </a:moveTo>
                    <a:lnTo>
                      <a:pt x="208352" y="194080"/>
                    </a:lnTo>
                    <a:cubicBezTo>
                      <a:pt x="246558" y="148259"/>
                      <a:pt x="241964" y="80492"/>
                      <a:pt x="197925" y="40246"/>
                    </a:cubicBezTo>
                    <a:cubicBezTo>
                      <a:pt x="153886" y="0"/>
                      <a:pt x="85980" y="1512"/>
                      <a:pt x="43776" y="43679"/>
                    </a:cubicBezTo>
                    <a:cubicBezTo>
                      <a:pt x="1572" y="85846"/>
                      <a:pt x="0" y="153750"/>
                      <a:pt x="40207" y="197825"/>
                    </a:cubicBezTo>
                    <a:cubicBezTo>
                      <a:pt x="80414" y="241899"/>
                      <a:pt x="148177" y="246553"/>
                      <a:pt x="194032" y="208388"/>
                    </a:cubicBezTo>
                    <a:lnTo>
                      <a:pt x="257360" y="271728"/>
                    </a:lnTo>
                    <a:cubicBezTo>
                      <a:pt x="261314" y="275683"/>
                      <a:pt x="267726" y="275683"/>
                      <a:pt x="271680" y="271728"/>
                    </a:cubicBezTo>
                    <a:cubicBezTo>
                      <a:pt x="275635" y="267774"/>
                      <a:pt x="275635" y="261362"/>
                      <a:pt x="271680" y="257408"/>
                    </a:cubicBezTo>
                    <a:close/>
                    <a:moveTo>
                      <a:pt x="31753" y="122884"/>
                    </a:moveTo>
                    <a:cubicBezTo>
                      <a:pt x="31753" y="72580"/>
                      <a:pt x="72532" y="31801"/>
                      <a:pt x="122836" y="31801"/>
                    </a:cubicBezTo>
                    <a:cubicBezTo>
                      <a:pt x="173139" y="31801"/>
                      <a:pt x="213918" y="72580"/>
                      <a:pt x="213918" y="122884"/>
                    </a:cubicBezTo>
                    <a:cubicBezTo>
                      <a:pt x="213918" y="173187"/>
                      <a:pt x="173139" y="213967"/>
                      <a:pt x="122836" y="213967"/>
                    </a:cubicBezTo>
                    <a:cubicBezTo>
                      <a:pt x="72555" y="213911"/>
                      <a:pt x="31809" y="173164"/>
                      <a:pt x="31753" y="12288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40155" y="17021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project-intake.md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7715" y="20964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包管理器、启动脚本、框架、已有测试结构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86800" y="1390650"/>
              <a:ext cx="297180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964811" y="1727002"/>
              <a:ext cx="263128" cy="222647"/>
              <a:chOff x="8964811" y="1727002"/>
              <a:chExt cx="263128" cy="22264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974931" y="1807964"/>
                <a:ext cx="91083" cy="131564"/>
              </a:xfrm>
              <a:custGeom>
                <a:avLst/>
                <a:gdLst/>
                <a:ahLst/>
                <a:cxnLst/>
                <a:rect l="l" t="t" r="r" b="b"/>
                <a:pathLst>
                  <a:path w="91083" h="131564">
                    <a:moveTo>
                      <a:pt x="91083" y="0"/>
                    </a:moveTo>
                    <a:lnTo>
                      <a:pt x="91083" y="131564"/>
                    </a:lnTo>
                    <a:lnTo>
                      <a:pt x="10120" y="131564"/>
                    </a:lnTo>
                    <a:cubicBezTo>
                      <a:pt x="4531" y="131564"/>
                      <a:pt x="0" y="127033"/>
                      <a:pt x="0" y="1214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64811" y="1727002"/>
                <a:ext cx="263128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22647">
                    <a:moveTo>
                      <a:pt x="242888" y="0"/>
                    </a:move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202406"/>
                    </a:lnTo>
                    <a:cubicBezTo>
                      <a:pt x="0" y="213585"/>
                      <a:pt x="9062" y="222647"/>
                      <a:pt x="20241" y="222647"/>
                    </a:cubicBezTo>
                    <a:lnTo>
                      <a:pt x="242888" y="222647"/>
                    </a:lnTo>
                    <a:cubicBezTo>
                      <a:pt x="254066" y="222647"/>
                      <a:pt x="263128" y="213585"/>
                      <a:pt x="263128" y="202406"/>
                    </a:cubicBezTo>
                    <a:lnTo>
                      <a:pt x="263128" y="20241"/>
                    </a:lnTo>
                    <a:cubicBezTo>
                      <a:pt x="263128" y="9062"/>
                      <a:pt x="254066" y="0"/>
                      <a:pt x="242888" y="0"/>
                    </a:cubicBezTo>
                    <a:close/>
                    <a:moveTo>
                      <a:pt x="242888" y="20241"/>
                    </a:moveTo>
                    <a:lnTo>
                      <a:pt x="242888" y="70842"/>
                    </a:lnTo>
                    <a:lnTo>
                      <a:pt x="20241" y="70842"/>
                    </a:lnTo>
                    <a:lnTo>
                      <a:pt x="20241" y="20241"/>
                    </a:lnTo>
                    <a:close/>
                    <a:moveTo>
                      <a:pt x="20241" y="91083"/>
                    </a:moveTo>
                    <a:lnTo>
                      <a:pt x="91083" y="91083"/>
                    </a:lnTo>
                    <a:lnTo>
                      <a:pt x="91083" y="202406"/>
                    </a:lnTo>
                    <a:lnTo>
                      <a:pt x="20241" y="202406"/>
                    </a:lnTo>
                    <a:close/>
                    <a:moveTo>
                      <a:pt x="242888" y="202406"/>
                    </a:moveTo>
                    <a:lnTo>
                      <a:pt x="111323" y="202406"/>
                    </a:lnTo>
                    <a:lnTo>
                      <a:pt x="111323" y="91083"/>
                    </a:lnTo>
                    <a:lnTo>
                      <a:pt x="242888" y="91083"/>
                    </a:lnTo>
                    <a:lnTo>
                      <a:pt x="242888" y="20240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393555" y="1702118"/>
              <a:ext cx="2301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test-architecture.md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1115" y="2096452"/>
              <a:ext cx="28176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specs、pages、fixtures、utils 的边界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52900"/>
              <a:ext cx="297180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21531" y="4489252"/>
              <a:ext cx="242888" cy="253353"/>
              <a:chOff x="821531" y="4489252"/>
              <a:chExt cx="242888" cy="25335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1652" y="4499372"/>
                <a:ext cx="222647" cy="232919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232919">
                    <a:moveTo>
                      <a:pt x="222647" y="10120"/>
                    </a:moveTo>
                    <a:lnTo>
                      <a:pt x="222647" y="84467"/>
                    </a:lnTo>
                    <a:cubicBezTo>
                      <a:pt x="222647" y="190958"/>
                      <a:pt x="132437" y="226240"/>
                      <a:pt x="114435" y="232223"/>
                    </a:cubicBezTo>
                    <a:cubicBezTo>
                      <a:pt x="112419" y="232919"/>
                      <a:pt x="110228" y="232919"/>
                      <a:pt x="108211" y="232223"/>
                    </a:cubicBezTo>
                    <a:cubicBezTo>
                      <a:pt x="90210" y="226265"/>
                      <a:pt x="0" y="191021"/>
                      <a:pt x="0" y="84492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212527" y="0"/>
                    </a:lnTo>
                    <a:cubicBezTo>
                      <a:pt x="218116" y="0"/>
                      <a:pt x="222647" y="4531"/>
                      <a:pt x="222647" y="10120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1531" y="4489252"/>
                <a:ext cx="242888" cy="25335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53353">
                    <a:moveTo>
                      <a:pt x="222647" y="0"/>
                    </a:move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94600"/>
                    </a:lnTo>
                    <a:cubicBezTo>
                      <a:pt x="0" y="207960"/>
                      <a:pt x="95915" y="245569"/>
                      <a:pt x="115119" y="251958"/>
                    </a:cubicBezTo>
                    <a:cubicBezTo>
                      <a:pt x="119220" y="253353"/>
                      <a:pt x="123667" y="253353"/>
                      <a:pt x="127769" y="251958"/>
                    </a:cubicBezTo>
                    <a:cubicBezTo>
                      <a:pt x="146998" y="245569"/>
                      <a:pt x="242888" y="207960"/>
                      <a:pt x="242888" y="94600"/>
                    </a:cubicBezTo>
                    <a:lnTo>
                      <a:pt x="242888" y="20241"/>
                    </a:lnTo>
                    <a:cubicBezTo>
                      <a:pt x="242888" y="9062"/>
                      <a:pt x="233825" y="0"/>
                      <a:pt x="222647" y="0"/>
                    </a:cubicBezTo>
                    <a:close/>
                    <a:moveTo>
                      <a:pt x="222647" y="94612"/>
                    </a:moveTo>
                    <a:cubicBezTo>
                      <a:pt x="222647" y="193817"/>
                      <a:pt x="138712" y="226961"/>
                      <a:pt x="121444" y="232729"/>
                    </a:cubicBezTo>
                    <a:cubicBezTo>
                      <a:pt x="104328" y="227024"/>
                      <a:pt x="20241" y="193905"/>
                      <a:pt x="20241" y="94612"/>
                    </a:cubicBezTo>
                    <a:lnTo>
                      <a:pt x="20241" y="20241"/>
                    </a:lnTo>
                    <a:lnTo>
                      <a:pt x="222647" y="20241"/>
                    </a:lnTo>
                    <a:close/>
                    <a:moveTo>
                      <a:pt x="63682" y="128604"/>
                    </a:moveTo>
                    <a:cubicBezTo>
                      <a:pt x="59728" y="124649"/>
                      <a:pt x="59728" y="118238"/>
                      <a:pt x="63682" y="114284"/>
                    </a:cubicBezTo>
                    <a:cubicBezTo>
                      <a:pt x="67636" y="110329"/>
                      <a:pt x="74048" y="110329"/>
                      <a:pt x="78002" y="114284"/>
                    </a:cubicBezTo>
                    <a:lnTo>
                      <a:pt x="101203" y="137484"/>
                    </a:lnTo>
                    <a:lnTo>
                      <a:pt x="164885" y="73802"/>
                    </a:lnTo>
                    <a:cubicBezTo>
                      <a:pt x="168840" y="69848"/>
                      <a:pt x="175251" y="69848"/>
                      <a:pt x="179205" y="73802"/>
                    </a:cubicBezTo>
                    <a:cubicBezTo>
                      <a:pt x="183160" y="77757"/>
                      <a:pt x="183160" y="84168"/>
                      <a:pt x="179205" y="88123"/>
                    </a:cubicBezTo>
                    <a:lnTo>
                      <a:pt x="108363" y="158965"/>
                    </a:lnTo>
                    <a:cubicBezTo>
                      <a:pt x="106465" y="160865"/>
                      <a:pt x="103889" y="161933"/>
                      <a:pt x="101203" y="161933"/>
                    </a:cubicBezTo>
                    <a:cubicBezTo>
                      <a:pt x="98517" y="161933"/>
                      <a:pt x="95941" y="160865"/>
                      <a:pt x="94043" y="158965"/>
                    </a:cubicBez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40155" y="4464368"/>
              <a:ext cx="2301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selector-strategy.md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7715" y="4858702"/>
              <a:ext cx="359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role、label、placeholder、text、testId 的优先级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86800" y="4152900"/>
              <a:ext cx="297180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964811" y="4479131"/>
              <a:ext cx="263128" cy="232767"/>
              <a:chOff x="8964811" y="4479131"/>
              <a:chExt cx="263128" cy="23276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126736" y="4489252"/>
                <a:ext cx="70842" cy="212527"/>
              </a:xfrm>
              <a:custGeom>
                <a:avLst/>
                <a:gdLst/>
                <a:ahLst/>
                <a:cxnLst/>
                <a:rect l="l" t="t" r="r" b="b"/>
                <a:pathLst>
                  <a:path w="70842" h="212527">
                    <a:moveTo>
                      <a:pt x="70842" y="0"/>
                    </a:moveTo>
                    <a:lnTo>
                      <a:pt x="70842" y="212527"/>
                    </a:lnTo>
                    <a:lnTo>
                      <a:pt x="0" y="212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964811" y="4479131"/>
                <a:ext cx="263128" cy="23276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32767">
                    <a:moveTo>
                      <a:pt x="253008" y="212527"/>
                    </a:moveTo>
                    <a:lnTo>
                      <a:pt x="242888" y="212527"/>
                    </a:lnTo>
                    <a:lnTo>
                      <a:pt x="242888" y="10120"/>
                    </a:lnTo>
                    <a:cubicBezTo>
                      <a:pt x="242888" y="4531"/>
                      <a:pt x="238356" y="0"/>
                      <a:pt x="232767" y="0"/>
                    </a:cubicBezTo>
                    <a:lnTo>
                      <a:pt x="161925" y="0"/>
                    </a:lnTo>
                    <a:cubicBezTo>
                      <a:pt x="156336" y="0"/>
                      <a:pt x="151805" y="4531"/>
                      <a:pt x="151805" y="10120"/>
                    </a:cubicBezTo>
                    <a:lnTo>
                      <a:pt x="151805" y="60722"/>
                    </a:lnTo>
                    <a:lnTo>
                      <a:pt x="91083" y="60722"/>
                    </a:lnTo>
                    <a:cubicBezTo>
                      <a:pt x="85494" y="60722"/>
                      <a:pt x="80962" y="65253"/>
                      <a:pt x="80962" y="70842"/>
                    </a:cubicBezTo>
                    <a:lnTo>
                      <a:pt x="80962" y="121444"/>
                    </a:lnTo>
                    <a:lnTo>
                      <a:pt x="30361" y="121444"/>
                    </a:lnTo>
                    <a:cubicBezTo>
                      <a:pt x="24772" y="121444"/>
                      <a:pt x="20241" y="125975"/>
                      <a:pt x="20241" y="131564"/>
                    </a:cubicBezTo>
                    <a:lnTo>
                      <a:pt x="20241" y="212527"/>
                    </a:lnTo>
                    <a:lnTo>
                      <a:pt x="10120" y="212527"/>
                    </a:lnTo>
                    <a:cubicBezTo>
                      <a:pt x="4531" y="212527"/>
                      <a:pt x="0" y="217058"/>
                      <a:pt x="0" y="222647"/>
                    </a:cubicBezTo>
                    <a:cubicBezTo>
                      <a:pt x="0" y="228236"/>
                      <a:pt x="4531" y="232767"/>
                      <a:pt x="10120" y="232767"/>
                    </a:cubicBezTo>
                    <a:lnTo>
                      <a:pt x="253008" y="232767"/>
                    </a:lnTo>
                    <a:cubicBezTo>
                      <a:pt x="258597" y="232767"/>
                      <a:pt x="263128" y="228236"/>
                      <a:pt x="263128" y="222647"/>
                    </a:cubicBezTo>
                    <a:cubicBezTo>
                      <a:pt x="263128" y="217058"/>
                      <a:pt x="258597" y="212527"/>
                      <a:pt x="253008" y="212527"/>
                    </a:cubicBezTo>
                    <a:close/>
                    <a:moveTo>
                      <a:pt x="172045" y="20241"/>
                    </a:moveTo>
                    <a:lnTo>
                      <a:pt x="222647" y="20241"/>
                    </a:lnTo>
                    <a:lnTo>
                      <a:pt x="222647" y="212527"/>
                    </a:lnTo>
                    <a:lnTo>
                      <a:pt x="172045" y="212527"/>
                    </a:lnTo>
                    <a:close/>
                    <a:moveTo>
                      <a:pt x="101203" y="80962"/>
                    </a:moveTo>
                    <a:lnTo>
                      <a:pt x="151805" y="80962"/>
                    </a:lnTo>
                    <a:lnTo>
                      <a:pt x="151805" y="212527"/>
                    </a:lnTo>
                    <a:lnTo>
                      <a:pt x="101203" y="212527"/>
                    </a:lnTo>
                    <a:close/>
                    <a:moveTo>
                      <a:pt x="40481" y="141684"/>
                    </a:moveTo>
                    <a:lnTo>
                      <a:pt x="80962" y="141684"/>
                    </a:lnTo>
                    <a:lnTo>
                      <a:pt x="80962" y="212527"/>
                    </a:lnTo>
                    <a:lnTo>
                      <a:pt x="40481" y="212527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393555" y="4464368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reporting.md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21115" y="4858702"/>
              <a:ext cx="3454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report、trace、screenshot、video 的诊断顺序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48150" y="4819650"/>
              <a:ext cx="36957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4542687" y="5088394"/>
              <a:ext cx="305254" cy="224593"/>
              <a:chOff x="4542687" y="5088394"/>
              <a:chExt cx="305254" cy="22459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574381" y="5100042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172045" y="111323"/>
                    </a:moveTo>
                    <a:cubicBezTo>
                      <a:pt x="172045" y="139270"/>
                      <a:pt x="149390" y="161925"/>
                      <a:pt x="121444" y="161925"/>
                    </a:cubicBezTo>
                    <a:cubicBezTo>
                      <a:pt x="93497" y="161925"/>
                      <a:pt x="70842" y="139270"/>
                      <a:pt x="70842" y="111323"/>
                    </a:cubicBezTo>
                    <a:cubicBezTo>
                      <a:pt x="70842" y="83377"/>
                      <a:pt x="93497" y="60722"/>
                      <a:pt x="121444" y="60722"/>
                    </a:cubicBezTo>
                    <a:cubicBezTo>
                      <a:pt x="149390" y="60722"/>
                      <a:pt x="172045" y="83377"/>
                      <a:pt x="172045" y="111323"/>
                    </a:cubicBezTo>
                    <a:close/>
                    <a:moveTo>
                      <a:pt x="40481" y="0"/>
                    </a:moveTo>
                    <a:cubicBezTo>
                      <a:pt x="18124" y="0"/>
                      <a:pt x="0" y="18124"/>
                      <a:pt x="0" y="40481"/>
                    </a:cubicBez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lose/>
                    <a:moveTo>
                      <a:pt x="202406" y="0"/>
                    </a:moveTo>
                    <a:cubicBezTo>
                      <a:pt x="180049" y="0"/>
                      <a:pt x="161925" y="18124"/>
                      <a:pt x="161925" y="40481"/>
                    </a:cubicBezTo>
                    <a:cubicBezTo>
                      <a:pt x="161925" y="62838"/>
                      <a:pt x="180049" y="80962"/>
                      <a:pt x="202406" y="80962"/>
                    </a:cubicBezTo>
                    <a:cubicBezTo>
                      <a:pt x="224763" y="80962"/>
                      <a:pt x="242888" y="62838"/>
                      <a:pt x="242888" y="40481"/>
                    </a:cubicBezTo>
                    <a:cubicBezTo>
                      <a:pt x="242888" y="18124"/>
                      <a:pt x="224763" y="0"/>
                      <a:pt x="202406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542687" y="5088394"/>
                <a:ext cx="305254" cy="224593"/>
              </a:xfrm>
              <a:custGeom>
                <a:avLst/>
                <a:gdLst/>
                <a:ahLst/>
                <a:cxnLst/>
                <a:rect l="l" t="t" r="r" b="b"/>
                <a:pathLst>
                  <a:path w="305254" h="224593">
                    <a:moveTo>
                      <a:pt x="300894" y="131068"/>
                    </a:moveTo>
                    <a:cubicBezTo>
                      <a:pt x="296423" y="134421"/>
                      <a:pt x="290079" y="133515"/>
                      <a:pt x="286726" y="129044"/>
                    </a:cubicBezTo>
                    <a:cubicBezTo>
                      <a:pt x="274356" y="112416"/>
                      <a:pt x="254824" y="102650"/>
                      <a:pt x="234100" y="102731"/>
                    </a:cubicBezTo>
                    <a:cubicBezTo>
                      <a:pt x="228511" y="102731"/>
                      <a:pt x="223980" y="98200"/>
                      <a:pt x="223980" y="92610"/>
                    </a:cubicBezTo>
                    <a:cubicBezTo>
                      <a:pt x="223980" y="87021"/>
                      <a:pt x="228511" y="82490"/>
                      <a:pt x="234100" y="82490"/>
                    </a:cubicBezTo>
                    <a:cubicBezTo>
                      <a:pt x="249878" y="82489"/>
                      <a:pt x="263025" y="70403"/>
                      <a:pt x="264351" y="54682"/>
                    </a:cubicBezTo>
                    <a:cubicBezTo>
                      <a:pt x="265677" y="38960"/>
                      <a:pt x="254741" y="24843"/>
                      <a:pt x="239187" y="22198"/>
                    </a:cubicBezTo>
                    <a:cubicBezTo>
                      <a:pt x="223633" y="19553"/>
                      <a:pt x="208645" y="29263"/>
                      <a:pt x="204701" y="44539"/>
                    </a:cubicBezTo>
                    <a:cubicBezTo>
                      <a:pt x="203303" y="49954"/>
                      <a:pt x="197781" y="53210"/>
                      <a:pt x="192367" y="51813"/>
                    </a:cubicBezTo>
                    <a:cubicBezTo>
                      <a:pt x="186952" y="50416"/>
                      <a:pt x="183695" y="44893"/>
                      <a:pt x="185093" y="39479"/>
                    </a:cubicBezTo>
                    <a:cubicBezTo>
                      <a:pt x="190497" y="18566"/>
                      <a:pt x="208581" y="3389"/>
                      <a:pt x="230115" y="1694"/>
                    </a:cubicBezTo>
                    <a:cubicBezTo>
                      <a:pt x="251649" y="0"/>
                      <a:pt x="271884" y="12161"/>
                      <a:pt x="280493" y="31972"/>
                    </a:cubicBezTo>
                    <a:cubicBezTo>
                      <a:pt x="289102" y="51782"/>
                      <a:pt x="284187" y="74874"/>
                      <a:pt x="268256" y="89460"/>
                    </a:cubicBezTo>
                    <a:cubicBezTo>
                      <a:pt x="282017" y="95419"/>
                      <a:pt x="293980" y="104874"/>
                      <a:pt x="302956" y="116886"/>
                    </a:cubicBezTo>
                    <a:cubicBezTo>
                      <a:pt x="304567" y="119039"/>
                      <a:pt x="305254" y="121744"/>
                      <a:pt x="304867" y="124405"/>
                    </a:cubicBezTo>
                    <a:cubicBezTo>
                      <a:pt x="304481" y="127065"/>
                      <a:pt x="303051" y="129463"/>
                      <a:pt x="300894" y="131068"/>
                    </a:cubicBezTo>
                    <a:close/>
                    <a:moveTo>
                      <a:pt x="232734" y="208994"/>
                    </a:moveTo>
                    <a:cubicBezTo>
                      <a:pt x="234657" y="212130"/>
                      <a:pt x="234727" y="216064"/>
                      <a:pt x="232916" y="219266"/>
                    </a:cubicBezTo>
                    <a:cubicBezTo>
                      <a:pt x="231105" y="222469"/>
                      <a:pt x="227699" y="224436"/>
                      <a:pt x="224020" y="224405"/>
                    </a:cubicBezTo>
                    <a:cubicBezTo>
                      <a:pt x="220341" y="224373"/>
                      <a:pt x="216969" y="222348"/>
                      <a:pt x="215213" y="219114"/>
                    </a:cubicBezTo>
                    <a:cubicBezTo>
                      <a:pt x="202241" y="197157"/>
                      <a:pt x="178634" y="183685"/>
                      <a:pt x="153131" y="183685"/>
                    </a:cubicBezTo>
                    <a:cubicBezTo>
                      <a:pt x="127628" y="183685"/>
                      <a:pt x="104022" y="197157"/>
                      <a:pt x="91050" y="219114"/>
                    </a:cubicBezTo>
                    <a:cubicBezTo>
                      <a:pt x="89326" y="222408"/>
                      <a:pt x="85936" y="224492"/>
                      <a:pt x="82219" y="224543"/>
                    </a:cubicBezTo>
                    <a:cubicBezTo>
                      <a:pt x="78502" y="224593"/>
                      <a:pt x="75057" y="222601"/>
                      <a:pt x="73245" y="219355"/>
                    </a:cubicBezTo>
                    <a:cubicBezTo>
                      <a:pt x="71433" y="216109"/>
                      <a:pt x="71547" y="212131"/>
                      <a:pt x="73541" y="208994"/>
                    </a:cubicBezTo>
                    <a:cubicBezTo>
                      <a:pt x="83353" y="192136"/>
                      <a:pt x="98313" y="178869"/>
                      <a:pt x="116224" y="171144"/>
                    </a:cubicBezTo>
                    <a:cubicBezTo>
                      <a:pt x="95560" y="155323"/>
                      <a:pt x="87275" y="128092"/>
                      <a:pt x="95628" y="103443"/>
                    </a:cubicBezTo>
                    <a:cubicBezTo>
                      <a:pt x="103980" y="78794"/>
                      <a:pt x="127112" y="62209"/>
                      <a:pt x="153138" y="62209"/>
                    </a:cubicBezTo>
                    <a:cubicBezTo>
                      <a:pt x="179163" y="62209"/>
                      <a:pt x="202295" y="78794"/>
                      <a:pt x="210647" y="103443"/>
                    </a:cubicBezTo>
                    <a:cubicBezTo>
                      <a:pt x="219000" y="128092"/>
                      <a:pt x="210716" y="155323"/>
                      <a:pt x="190052" y="171144"/>
                    </a:cubicBezTo>
                    <a:cubicBezTo>
                      <a:pt x="207962" y="178869"/>
                      <a:pt x="222922" y="192136"/>
                      <a:pt x="232734" y="208994"/>
                    </a:cubicBezTo>
                    <a:close/>
                    <a:moveTo>
                      <a:pt x="153138" y="163453"/>
                    </a:moveTo>
                    <a:cubicBezTo>
                      <a:pt x="175495" y="163453"/>
                      <a:pt x="193619" y="145329"/>
                      <a:pt x="193619" y="122971"/>
                    </a:cubicBezTo>
                    <a:cubicBezTo>
                      <a:pt x="193619" y="100614"/>
                      <a:pt x="175495" y="82490"/>
                      <a:pt x="153138" y="82490"/>
                    </a:cubicBezTo>
                    <a:cubicBezTo>
                      <a:pt x="130781" y="82490"/>
                      <a:pt x="112656" y="100614"/>
                      <a:pt x="112656" y="122971"/>
                    </a:cubicBezTo>
                    <a:cubicBezTo>
                      <a:pt x="112656" y="145329"/>
                      <a:pt x="130781" y="163453"/>
                      <a:pt x="153138" y="163453"/>
                    </a:cubicBezTo>
                    <a:close/>
                    <a:moveTo>
                      <a:pt x="82296" y="92610"/>
                    </a:moveTo>
                    <a:cubicBezTo>
                      <a:pt x="82296" y="87021"/>
                      <a:pt x="77764" y="82490"/>
                      <a:pt x="72175" y="82490"/>
                    </a:cubicBezTo>
                    <a:cubicBezTo>
                      <a:pt x="56398" y="82489"/>
                      <a:pt x="43251" y="70403"/>
                      <a:pt x="41924" y="54682"/>
                    </a:cubicBezTo>
                    <a:cubicBezTo>
                      <a:pt x="40598" y="38960"/>
                      <a:pt x="51534" y="24843"/>
                      <a:pt x="67088" y="22198"/>
                    </a:cubicBezTo>
                    <a:cubicBezTo>
                      <a:pt x="82643" y="19553"/>
                      <a:pt x="97630" y="29263"/>
                      <a:pt x="101575" y="44539"/>
                    </a:cubicBezTo>
                    <a:cubicBezTo>
                      <a:pt x="102972" y="49954"/>
                      <a:pt x="108494" y="53210"/>
                      <a:pt x="113909" y="51813"/>
                    </a:cubicBezTo>
                    <a:cubicBezTo>
                      <a:pt x="119323" y="50416"/>
                      <a:pt x="122580" y="44893"/>
                      <a:pt x="121183" y="39479"/>
                    </a:cubicBezTo>
                    <a:cubicBezTo>
                      <a:pt x="115778" y="18566"/>
                      <a:pt x="97694" y="3389"/>
                      <a:pt x="76160" y="1694"/>
                    </a:cubicBezTo>
                    <a:cubicBezTo>
                      <a:pt x="54627" y="0"/>
                      <a:pt x="34391" y="12161"/>
                      <a:pt x="25782" y="31972"/>
                    </a:cubicBezTo>
                    <a:cubicBezTo>
                      <a:pt x="17173" y="51782"/>
                      <a:pt x="22088" y="74874"/>
                      <a:pt x="38019" y="89460"/>
                    </a:cubicBezTo>
                    <a:cubicBezTo>
                      <a:pt x="24272" y="95424"/>
                      <a:pt x="12323" y="104879"/>
                      <a:pt x="3357" y="116886"/>
                    </a:cubicBezTo>
                    <a:cubicBezTo>
                      <a:pt x="0" y="121358"/>
                      <a:pt x="903" y="127704"/>
                      <a:pt x="5375" y="131061"/>
                    </a:cubicBezTo>
                    <a:cubicBezTo>
                      <a:pt x="9846" y="134418"/>
                      <a:pt x="16192" y="133515"/>
                      <a:pt x="19550" y="129044"/>
                    </a:cubicBezTo>
                    <a:cubicBezTo>
                      <a:pt x="31920" y="112416"/>
                      <a:pt x="51451" y="102650"/>
                      <a:pt x="72175" y="102731"/>
                    </a:cubicBezTo>
                    <a:cubicBezTo>
                      <a:pt x="77764" y="102731"/>
                      <a:pt x="82296" y="98200"/>
                      <a:pt x="82296" y="9261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012055" y="5073968"/>
              <a:ext cx="2135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user-interaction.md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15865" y="53540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问题边界和最终响应格式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05200" y="2000250"/>
            <a:ext cx="5181600" cy="2819400"/>
            <a:chOff x="3505200" y="2000250"/>
            <a:chExt cx="5181600" cy="2819400"/>
          </a:xfrm>
        </p:grpSpPr>
        <p:sp>
          <p:nvSpPr>
            <p:cNvPr id="47" name="Line 47"/>
            <p:cNvSpPr/>
            <p:nvPr/>
          </p:nvSpPr>
          <p:spPr>
            <a:xfrm>
              <a:off x="3505200" y="2000250"/>
              <a:ext cx="742950" cy="781050"/>
            </a:xfrm>
            <a:custGeom>
              <a:avLst/>
              <a:gdLst/>
              <a:ahLst/>
              <a:cxnLst/>
              <a:rect l="l" t="t" r="r" b="b"/>
              <a:pathLst>
                <a:path w="742950" h="781050">
                  <a:moveTo>
                    <a:pt x="0" y="0"/>
                  </a:moveTo>
                  <a:lnTo>
                    <a:pt x="742950" y="7810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943850" y="2000250"/>
              <a:ext cx="742950" cy="781050"/>
            </a:xfrm>
            <a:custGeom>
              <a:avLst/>
              <a:gdLst/>
              <a:ahLst/>
              <a:cxnLst/>
              <a:rect l="l" t="t" r="r" b="b"/>
              <a:pathLst>
                <a:path w="742950" h="781050">
                  <a:moveTo>
                    <a:pt x="742950" y="0"/>
                  </a:moveTo>
                  <a:lnTo>
                    <a:pt x="0" y="7810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505200" y="3486150"/>
              <a:ext cx="742950" cy="1276350"/>
            </a:xfrm>
            <a:custGeom>
              <a:avLst/>
              <a:gdLst/>
              <a:ahLst/>
              <a:cxnLst/>
              <a:rect l="l" t="t" r="r" b="b"/>
              <a:pathLst>
                <a:path w="742950" h="1276350">
                  <a:moveTo>
                    <a:pt x="0" y="1276350"/>
                  </a:moveTo>
                  <a:lnTo>
                    <a:pt x="74295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943850" y="3486150"/>
              <a:ext cx="742950" cy="1276350"/>
            </a:xfrm>
            <a:custGeom>
              <a:avLst/>
              <a:gdLst/>
              <a:ahLst/>
              <a:cxnLst/>
              <a:rect l="l" t="t" r="r" b="b"/>
              <a:pathLst>
                <a:path w="742950" h="1276350">
                  <a:moveTo>
                    <a:pt x="742950" y="1276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096000" y="38481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9715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22922" y="6406991"/>
              <a:ext cx="2539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playwright-skill/references/*.md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6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7201412" cy="641984"/>
            <a:chOff x="501015" y="239078"/>
            <a:chExt cx="7201412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72014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`scripts/`：把机械动作变成确定性工具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2131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脚本承担可重复动作，Skill 负责判断何时调用、如何解释结果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1352550"/>
            <a:ext cx="11125200" cy="2533650"/>
            <a:chOff x="533400" y="1352550"/>
            <a:chExt cx="11125200" cy="2533650"/>
          </a:xfrm>
        </p:grpSpPr>
        <p:sp>
          <p:nvSpPr>
            <p:cNvPr id="8" name="Rectangle 8"/>
            <p:cNvSpPr/>
            <p:nvPr/>
          </p:nvSpPr>
          <p:spPr>
            <a:xfrm>
              <a:off x="533400" y="1352550"/>
              <a:ext cx="3352800" cy="25336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40216" y="1678362"/>
              <a:ext cx="308062" cy="308116"/>
              <a:chOff x="840216" y="1678362"/>
              <a:chExt cx="308062" cy="30811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64394" y="1702594"/>
                <a:ext cx="226219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26219">
                    <a:moveTo>
                      <a:pt x="226219" y="113109"/>
                    </a:moveTo>
                    <a:cubicBezTo>
                      <a:pt x="226219" y="175578"/>
                      <a:pt x="175578" y="226219"/>
                      <a:pt x="113109" y="226219"/>
                    </a:cubicBezTo>
                    <a:cubicBezTo>
                      <a:pt x="50641" y="226219"/>
                      <a:pt x="0" y="175578"/>
                      <a:pt x="0" y="113109"/>
                    </a:cubicBezTo>
                    <a:cubicBezTo>
                      <a:pt x="0" y="50641"/>
                      <a:pt x="50641" y="0"/>
                      <a:pt x="113109" y="0"/>
                    </a:cubicBezTo>
                    <a:cubicBezTo>
                      <a:pt x="175578" y="0"/>
                      <a:pt x="226219" y="50641"/>
                      <a:pt x="226219" y="113109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0216" y="1678362"/>
                <a:ext cx="308062" cy="308116"/>
              </a:xfrm>
              <a:custGeom>
                <a:avLst/>
                <a:gdLst/>
                <a:ahLst/>
                <a:cxnLst/>
                <a:rect l="l" t="t" r="r" b="b"/>
                <a:pathLst>
                  <a:path w="308062" h="308116">
                    <a:moveTo>
                      <a:pt x="303642" y="287691"/>
                    </a:moveTo>
                    <a:lnTo>
                      <a:pt x="232864" y="216913"/>
                    </a:lnTo>
                    <a:cubicBezTo>
                      <a:pt x="275564" y="165702"/>
                      <a:pt x="270431" y="89962"/>
                      <a:pt x="221210" y="44981"/>
                    </a:cubicBezTo>
                    <a:cubicBezTo>
                      <a:pt x="171990" y="0"/>
                      <a:pt x="96095" y="1690"/>
                      <a:pt x="48926" y="48818"/>
                    </a:cubicBezTo>
                    <a:cubicBezTo>
                      <a:pt x="1757" y="95945"/>
                      <a:pt x="0" y="171838"/>
                      <a:pt x="44937" y="221098"/>
                    </a:cubicBezTo>
                    <a:cubicBezTo>
                      <a:pt x="89875" y="270358"/>
                      <a:pt x="165610" y="275559"/>
                      <a:pt x="216859" y="232904"/>
                    </a:cubicBezTo>
                    <a:lnTo>
                      <a:pt x="287637" y="303696"/>
                    </a:lnTo>
                    <a:cubicBezTo>
                      <a:pt x="292057" y="308116"/>
                      <a:pt x="299223" y="308116"/>
                      <a:pt x="303642" y="303696"/>
                    </a:cubicBezTo>
                    <a:cubicBezTo>
                      <a:pt x="308062" y="299277"/>
                      <a:pt x="308062" y="292111"/>
                      <a:pt x="303642" y="287691"/>
                    </a:cubicBezTo>
                    <a:close/>
                    <a:moveTo>
                      <a:pt x="35488" y="137341"/>
                    </a:moveTo>
                    <a:cubicBezTo>
                      <a:pt x="35488" y="81119"/>
                      <a:pt x="81065" y="35542"/>
                      <a:pt x="137287" y="35542"/>
                    </a:cubicBezTo>
                    <a:cubicBezTo>
                      <a:pt x="193509" y="35542"/>
                      <a:pt x="239085" y="81119"/>
                      <a:pt x="239085" y="137341"/>
                    </a:cubicBezTo>
                    <a:cubicBezTo>
                      <a:pt x="239085" y="193562"/>
                      <a:pt x="193509" y="239139"/>
                      <a:pt x="137287" y="239139"/>
                    </a:cubicBezTo>
                    <a:cubicBezTo>
                      <a:pt x="81091" y="239077"/>
                      <a:pt x="35551" y="193537"/>
                      <a:pt x="35488" y="137341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35405" y="1740218"/>
              <a:ext cx="19803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inspect_project.sh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2005" y="2197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只读检查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005" y="254031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package manager、scripts、deps、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005" y="2807018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Playwright config、test dirs。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3295650"/>
              <a:ext cx="1752600" cy="342900"/>
            </a:xfrm>
            <a:prstGeom prst="roundRect">
              <a:avLst>
                <a:gd name="adj" fmla="val 22222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6315" y="3410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减少无效提问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19600" y="1352550"/>
              <a:ext cx="3352800" cy="25336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739283" y="1713905"/>
              <a:ext cx="294084" cy="248841"/>
              <a:chOff x="4739283" y="1713905"/>
              <a:chExt cx="294084" cy="24884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750594" y="1725216"/>
                <a:ext cx="271462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26219">
                    <a:moveTo>
                      <a:pt x="271462" y="11311"/>
                    </a:moveTo>
                    <a:lnTo>
                      <a:pt x="271462" y="214908"/>
                    </a:lnTo>
                    <a:cubicBezTo>
                      <a:pt x="271462" y="221155"/>
                      <a:pt x="266398" y="226219"/>
                      <a:pt x="260152" y="226219"/>
                    </a:cubicBezTo>
                    <a:lnTo>
                      <a:pt x="11311" y="226219"/>
                    </a:lnTo>
                    <a:cubicBezTo>
                      <a:pt x="5064" y="226219"/>
                      <a:pt x="0" y="221155"/>
                      <a:pt x="0" y="214908"/>
                    </a:cubicBezTo>
                    <a:lnTo>
                      <a:pt x="0" y="11311"/>
                    </a:lnTo>
                    <a:cubicBezTo>
                      <a:pt x="0" y="5064"/>
                      <a:pt x="5064" y="0"/>
                      <a:pt x="11311" y="0"/>
                    </a:cubicBezTo>
                    <a:lnTo>
                      <a:pt x="260152" y="0"/>
                    </a:lnTo>
                    <a:cubicBezTo>
                      <a:pt x="266398" y="0"/>
                      <a:pt x="271462" y="5064"/>
                      <a:pt x="271462" y="11311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39283" y="1713905"/>
                <a:ext cx="294084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294084" h="248841">
                    <a:moveTo>
                      <a:pt x="147042" y="124420"/>
                    </a:moveTo>
                    <a:cubicBezTo>
                      <a:pt x="147044" y="127857"/>
                      <a:pt x="145484" y="131109"/>
                      <a:pt x="142801" y="133257"/>
                    </a:cubicBezTo>
                    <a:lnTo>
                      <a:pt x="86246" y="178501"/>
                    </a:lnTo>
                    <a:cubicBezTo>
                      <a:pt x="81366" y="182405"/>
                      <a:pt x="74244" y="181614"/>
                      <a:pt x="70340" y="176733"/>
                    </a:cubicBezTo>
                    <a:cubicBezTo>
                      <a:pt x="66436" y="171853"/>
                      <a:pt x="67227" y="164732"/>
                      <a:pt x="72107" y="160827"/>
                    </a:cubicBezTo>
                    <a:lnTo>
                      <a:pt x="117620" y="124420"/>
                    </a:lnTo>
                    <a:lnTo>
                      <a:pt x="72107" y="88013"/>
                    </a:lnTo>
                    <a:cubicBezTo>
                      <a:pt x="67227" y="84109"/>
                      <a:pt x="66436" y="76988"/>
                      <a:pt x="70340" y="72107"/>
                    </a:cubicBezTo>
                    <a:cubicBezTo>
                      <a:pt x="74244" y="67227"/>
                      <a:pt x="81366" y="66436"/>
                      <a:pt x="86246" y="70340"/>
                    </a:cubicBezTo>
                    <a:lnTo>
                      <a:pt x="142801" y="115584"/>
                    </a:lnTo>
                    <a:cubicBezTo>
                      <a:pt x="145484" y="117732"/>
                      <a:pt x="147044" y="120983"/>
                      <a:pt x="147042" y="124420"/>
                    </a:cubicBezTo>
                    <a:close/>
                    <a:moveTo>
                      <a:pt x="214908" y="158353"/>
                    </a:moveTo>
                    <a:lnTo>
                      <a:pt x="158353" y="158353"/>
                    </a:lnTo>
                    <a:cubicBezTo>
                      <a:pt x="152106" y="158353"/>
                      <a:pt x="147042" y="163417"/>
                      <a:pt x="147042" y="169664"/>
                    </a:cubicBezTo>
                    <a:cubicBezTo>
                      <a:pt x="147042" y="175911"/>
                      <a:pt x="152106" y="180975"/>
                      <a:pt x="158353" y="180975"/>
                    </a:cubicBezTo>
                    <a:lnTo>
                      <a:pt x="214908" y="180975"/>
                    </a:lnTo>
                    <a:cubicBezTo>
                      <a:pt x="221155" y="180975"/>
                      <a:pt x="226219" y="175911"/>
                      <a:pt x="226219" y="169664"/>
                    </a:cubicBezTo>
                    <a:cubicBezTo>
                      <a:pt x="226219" y="163417"/>
                      <a:pt x="221155" y="158353"/>
                      <a:pt x="214908" y="158353"/>
                    </a:cubicBezTo>
                    <a:close/>
                    <a:moveTo>
                      <a:pt x="294084" y="22622"/>
                    </a:moveTo>
                    <a:lnTo>
                      <a:pt x="294084" y="226219"/>
                    </a:lnTo>
                    <a:cubicBezTo>
                      <a:pt x="294084" y="238712"/>
                      <a:pt x="283956" y="248841"/>
                      <a:pt x="271462" y="248841"/>
                    </a:cubicBezTo>
                    <a:lnTo>
                      <a:pt x="22622" y="248841"/>
                    </a:lnTo>
                    <a:cubicBezTo>
                      <a:pt x="10128" y="248841"/>
                      <a:pt x="0" y="238712"/>
                      <a:pt x="0" y="226219"/>
                    </a:cubicBezTo>
                    <a:lnTo>
                      <a:pt x="0" y="22622"/>
                    </a:lnTo>
                    <a:cubicBezTo>
                      <a:pt x="0" y="10128"/>
                      <a:pt x="10128" y="0"/>
                      <a:pt x="22622" y="0"/>
                    </a:cubicBezTo>
                    <a:lnTo>
                      <a:pt x="271462" y="0"/>
                    </a:lnTo>
                    <a:cubicBezTo>
                      <a:pt x="283956" y="0"/>
                      <a:pt x="294084" y="10128"/>
                      <a:pt x="294084" y="22622"/>
                    </a:cubicBezTo>
                    <a:close/>
                    <a:moveTo>
                      <a:pt x="271462" y="226219"/>
                    </a:moveTo>
                    <a:lnTo>
                      <a:pt x="271462" y="22622"/>
                    </a:lnTo>
                    <a:lnTo>
                      <a:pt x="22622" y="22622"/>
                    </a:lnTo>
                    <a:lnTo>
                      <a:pt x="22622" y="226219"/>
                    </a:lnTo>
                    <a:lnTo>
                      <a:pt x="271462" y="226219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221605" y="1740218"/>
              <a:ext cx="24254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scaffold_playwright.sh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88205" y="2197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生成基线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8205" y="2540318"/>
              <a:ext cx="31199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config、smoke spec、fixtures、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88205" y="2807018"/>
              <a:ext cx="26566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page object、npm scripts。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05350" y="3295650"/>
              <a:ext cx="2000250" cy="342900"/>
            </a:xfrm>
            <a:prstGeom prst="roundRect">
              <a:avLst>
                <a:gd name="adj" fmla="val 22222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82515" y="34109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不自动安装依赖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05800" y="1352550"/>
              <a:ext cx="3352800" cy="25336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635759" y="1691283"/>
              <a:ext cx="273574" cy="282773"/>
              <a:chOff x="8635759" y="1691283"/>
              <a:chExt cx="273574" cy="28277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47560" y="1870278"/>
                <a:ext cx="249887" cy="92468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92468">
                    <a:moveTo>
                      <a:pt x="238074" y="92467"/>
                    </a:moveTo>
                    <a:lnTo>
                      <a:pt x="11855" y="92467"/>
                    </a:lnTo>
                    <a:cubicBezTo>
                      <a:pt x="7778" y="92468"/>
                      <a:pt x="4016" y="90275"/>
                      <a:pt x="2008" y="86727"/>
                    </a:cubicBezTo>
                    <a:cubicBezTo>
                      <a:pt x="0" y="83180"/>
                      <a:pt x="57" y="78825"/>
                      <a:pt x="2156" y="75331"/>
                    </a:cubicBezTo>
                    <a:lnTo>
                      <a:pt x="45251" y="3506"/>
                    </a:lnTo>
                    <a:lnTo>
                      <a:pt x="45251" y="3506"/>
                    </a:lnTo>
                    <a:cubicBezTo>
                      <a:pt x="63956" y="0"/>
                      <a:pt x="90495" y="1513"/>
                      <a:pt x="124950" y="18946"/>
                    </a:cubicBezTo>
                    <a:cubicBezTo>
                      <a:pt x="170548" y="42034"/>
                      <a:pt x="202360" y="37199"/>
                      <a:pt x="220386" y="29762"/>
                    </a:cubicBezTo>
                    <a:lnTo>
                      <a:pt x="220386" y="29762"/>
                    </a:lnTo>
                    <a:lnTo>
                      <a:pt x="247731" y="75331"/>
                    </a:lnTo>
                    <a:cubicBezTo>
                      <a:pt x="249826" y="78819"/>
                      <a:pt x="249887" y="83164"/>
                      <a:pt x="247889" y="86709"/>
                    </a:cubicBezTo>
                    <a:cubicBezTo>
                      <a:pt x="245891" y="90254"/>
                      <a:pt x="242143" y="92453"/>
                      <a:pt x="238074" y="92467"/>
                    </a:cubicBez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35759" y="1691283"/>
                <a:ext cx="273574" cy="282773"/>
              </a:xfrm>
              <a:custGeom>
                <a:avLst/>
                <a:gdLst/>
                <a:ahLst/>
                <a:cxnLst/>
                <a:rect l="l" t="t" r="r" b="b"/>
                <a:pathLst>
                  <a:path w="273574" h="282773">
                    <a:moveTo>
                      <a:pt x="269231" y="248515"/>
                    </a:moveTo>
                    <a:lnTo>
                      <a:pt x="182010" y="103099"/>
                    </a:lnTo>
                    <a:lnTo>
                      <a:pt x="182010" y="22622"/>
                    </a:lnTo>
                    <a:lnTo>
                      <a:pt x="193321" y="22622"/>
                    </a:lnTo>
                    <a:cubicBezTo>
                      <a:pt x="199568" y="22622"/>
                      <a:pt x="204632" y="17558"/>
                      <a:pt x="204632" y="11311"/>
                    </a:cubicBezTo>
                    <a:cubicBezTo>
                      <a:pt x="204632" y="5064"/>
                      <a:pt x="199568" y="0"/>
                      <a:pt x="193321" y="0"/>
                    </a:cubicBezTo>
                    <a:lnTo>
                      <a:pt x="80211" y="0"/>
                    </a:lnTo>
                    <a:cubicBezTo>
                      <a:pt x="73965" y="0"/>
                      <a:pt x="68900" y="5064"/>
                      <a:pt x="68900" y="11311"/>
                    </a:cubicBezTo>
                    <a:cubicBezTo>
                      <a:pt x="68900" y="17558"/>
                      <a:pt x="73965" y="22622"/>
                      <a:pt x="80211" y="22622"/>
                    </a:cubicBezTo>
                    <a:lnTo>
                      <a:pt x="91522" y="22622"/>
                    </a:lnTo>
                    <a:lnTo>
                      <a:pt x="91522" y="103099"/>
                    </a:lnTo>
                    <a:lnTo>
                      <a:pt x="4301" y="248515"/>
                    </a:lnTo>
                    <a:cubicBezTo>
                      <a:pt x="113" y="255497"/>
                      <a:pt x="0" y="264191"/>
                      <a:pt x="4005" y="271280"/>
                    </a:cubicBezTo>
                    <a:cubicBezTo>
                      <a:pt x="8010" y="278368"/>
                      <a:pt x="15515" y="282758"/>
                      <a:pt x="23657" y="282773"/>
                    </a:cubicBezTo>
                    <a:lnTo>
                      <a:pt x="249875" y="282773"/>
                    </a:lnTo>
                    <a:cubicBezTo>
                      <a:pt x="258025" y="282773"/>
                      <a:pt x="265544" y="278389"/>
                      <a:pt x="269559" y="271298"/>
                    </a:cubicBezTo>
                    <a:cubicBezTo>
                      <a:pt x="273574" y="264207"/>
                      <a:pt x="273465" y="255504"/>
                      <a:pt x="269274" y="248515"/>
                    </a:cubicBezTo>
                    <a:close/>
                    <a:moveTo>
                      <a:pt x="112532" y="112049"/>
                    </a:moveTo>
                    <a:cubicBezTo>
                      <a:pt x="113590" y="110296"/>
                      <a:pt x="114148" y="108286"/>
                      <a:pt x="114144" y="106238"/>
                    </a:cubicBezTo>
                    <a:lnTo>
                      <a:pt x="114144" y="22622"/>
                    </a:lnTo>
                    <a:lnTo>
                      <a:pt x="159388" y="22622"/>
                    </a:lnTo>
                    <a:lnTo>
                      <a:pt x="159388" y="106238"/>
                    </a:lnTo>
                    <a:cubicBezTo>
                      <a:pt x="159384" y="108286"/>
                      <a:pt x="159942" y="110296"/>
                      <a:pt x="161000" y="112049"/>
                    </a:cubicBezTo>
                    <a:lnTo>
                      <a:pt x="215038" y="202183"/>
                    </a:lnTo>
                    <a:cubicBezTo>
                      <a:pt x="198071" y="205534"/>
                      <a:pt x="173937" y="204120"/>
                      <a:pt x="141870" y="187889"/>
                    </a:cubicBezTo>
                    <a:cubicBezTo>
                      <a:pt x="119376" y="176507"/>
                      <a:pt x="97970" y="170470"/>
                      <a:pt x="77935" y="169777"/>
                    </a:cubicBezTo>
                    <a:close/>
                    <a:moveTo>
                      <a:pt x="23657" y="260152"/>
                    </a:moveTo>
                    <a:lnTo>
                      <a:pt x="64008" y="192880"/>
                    </a:lnTo>
                    <a:cubicBezTo>
                      <a:pt x="84156" y="190434"/>
                      <a:pt x="106863" y="195495"/>
                      <a:pt x="131620" y="208036"/>
                    </a:cubicBezTo>
                    <a:cubicBezTo>
                      <a:pt x="158483" y="221624"/>
                      <a:pt x="181105" y="226247"/>
                      <a:pt x="199485" y="226247"/>
                    </a:cubicBezTo>
                    <a:cubicBezTo>
                      <a:pt x="208833" y="226288"/>
                      <a:pt x="218140" y="225003"/>
                      <a:pt x="227126" y="222430"/>
                    </a:cubicBezTo>
                    <a:lnTo>
                      <a:pt x="249875" y="26015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107805" y="1740218"/>
              <a:ext cx="20010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smart_api_demo.sh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74405" y="21974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单文件演示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74405" y="254031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商品列表、搜索、筛选、排序、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74405" y="28070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详情、登录弹窗、注册字段。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91550" y="3295650"/>
              <a:ext cx="2171700" cy="342900"/>
            </a:xfrm>
            <a:prstGeom prst="roundRect">
              <a:avLst>
                <a:gd name="adj" fmla="val 22222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68715" y="3410902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写操作默认 skip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81150" y="4400550"/>
            <a:ext cx="9229630" cy="1028700"/>
            <a:chOff x="1581150" y="4400550"/>
            <a:chExt cx="9229630" cy="1028700"/>
          </a:xfrm>
        </p:grpSpPr>
        <p:sp>
          <p:nvSpPr>
            <p:cNvPr id="39" name="Rectangle 39"/>
            <p:cNvSpPr/>
            <p:nvPr/>
          </p:nvSpPr>
          <p:spPr>
            <a:xfrm>
              <a:off x="1581150" y="4400550"/>
              <a:ext cx="90297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999655" y="4755356"/>
              <a:ext cx="325041" cy="287536"/>
              <a:chOff x="1999655" y="4755356"/>
              <a:chExt cx="325041" cy="28753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199680" y="4767858"/>
                <a:ext cx="87511" cy="262533"/>
              </a:xfrm>
              <a:custGeom>
                <a:avLst/>
                <a:gdLst/>
                <a:ahLst/>
                <a:cxnLst/>
                <a:rect l="l" t="t" r="r" b="b"/>
                <a:pathLst>
                  <a:path w="87511" h="262533">
                    <a:moveTo>
                      <a:pt x="87511" y="0"/>
                    </a:moveTo>
                    <a:lnTo>
                      <a:pt x="87511" y="262533"/>
                    </a:lnTo>
                    <a:lnTo>
                      <a:pt x="0" y="2625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999655" y="4755356"/>
                <a:ext cx="325041" cy="287536"/>
              </a:xfrm>
              <a:custGeom>
                <a:avLst/>
                <a:gdLst/>
                <a:ahLst/>
                <a:cxnLst/>
                <a:rect l="l" t="t" r="r" b="b"/>
                <a:pathLst>
                  <a:path w="325041" h="287536">
                    <a:moveTo>
                      <a:pt x="312539" y="262533"/>
                    </a:moveTo>
                    <a:lnTo>
                      <a:pt x="300038" y="262533"/>
                    </a:lnTo>
                    <a:lnTo>
                      <a:pt x="300038" y="12502"/>
                    </a:lnTo>
                    <a:cubicBezTo>
                      <a:pt x="300038" y="5597"/>
                      <a:pt x="294440" y="0"/>
                      <a:pt x="287536" y="0"/>
                    </a:cubicBezTo>
                    <a:lnTo>
                      <a:pt x="200025" y="0"/>
                    </a:lnTo>
                    <a:cubicBezTo>
                      <a:pt x="193121" y="0"/>
                      <a:pt x="187523" y="5597"/>
                      <a:pt x="187523" y="12502"/>
                    </a:cubicBezTo>
                    <a:lnTo>
                      <a:pt x="187523" y="75009"/>
                    </a:lnTo>
                    <a:lnTo>
                      <a:pt x="112514" y="75009"/>
                    </a:lnTo>
                    <a:cubicBezTo>
                      <a:pt x="105610" y="75009"/>
                      <a:pt x="100012" y="80607"/>
                      <a:pt x="100012" y="87511"/>
                    </a:cubicBezTo>
                    <a:lnTo>
                      <a:pt x="100012" y="150019"/>
                    </a:lnTo>
                    <a:lnTo>
                      <a:pt x="37505" y="150019"/>
                    </a:lnTo>
                    <a:cubicBezTo>
                      <a:pt x="30600" y="150019"/>
                      <a:pt x="25003" y="155616"/>
                      <a:pt x="25003" y="162520"/>
                    </a:cubicBezTo>
                    <a:lnTo>
                      <a:pt x="25003" y="262533"/>
                    </a:lnTo>
                    <a:lnTo>
                      <a:pt x="12502" y="262533"/>
                    </a:lnTo>
                    <a:cubicBezTo>
                      <a:pt x="5597" y="262533"/>
                      <a:pt x="0" y="268130"/>
                      <a:pt x="0" y="275034"/>
                    </a:cubicBezTo>
                    <a:cubicBezTo>
                      <a:pt x="0" y="281939"/>
                      <a:pt x="5597" y="287536"/>
                      <a:pt x="12502" y="287536"/>
                    </a:cubicBezTo>
                    <a:lnTo>
                      <a:pt x="312539" y="287536"/>
                    </a:lnTo>
                    <a:cubicBezTo>
                      <a:pt x="319443" y="287536"/>
                      <a:pt x="325041" y="281939"/>
                      <a:pt x="325041" y="275034"/>
                    </a:cubicBezTo>
                    <a:cubicBezTo>
                      <a:pt x="325041" y="268130"/>
                      <a:pt x="319443" y="262533"/>
                      <a:pt x="312539" y="262533"/>
                    </a:cubicBezTo>
                    <a:close/>
                    <a:moveTo>
                      <a:pt x="212527" y="25003"/>
                    </a:moveTo>
                    <a:lnTo>
                      <a:pt x="275034" y="25003"/>
                    </a:lnTo>
                    <a:lnTo>
                      <a:pt x="275034" y="262533"/>
                    </a:lnTo>
                    <a:lnTo>
                      <a:pt x="212527" y="262533"/>
                    </a:lnTo>
                    <a:close/>
                    <a:moveTo>
                      <a:pt x="125016" y="100012"/>
                    </a:moveTo>
                    <a:lnTo>
                      <a:pt x="187523" y="100012"/>
                    </a:lnTo>
                    <a:lnTo>
                      <a:pt x="187523" y="262533"/>
                    </a:lnTo>
                    <a:lnTo>
                      <a:pt x="125016" y="262533"/>
                    </a:lnTo>
                    <a:close/>
                    <a:moveTo>
                      <a:pt x="50006" y="175022"/>
                    </a:moveTo>
                    <a:lnTo>
                      <a:pt x="100012" y="175022"/>
                    </a:lnTo>
                    <a:lnTo>
                      <a:pt x="100012" y="262533"/>
                    </a:lnTo>
                    <a:lnTo>
                      <a:pt x="50006" y="262533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548890" y="46253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最终响应契约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54605" y="5016818"/>
              <a:ext cx="82561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改了哪些文件、跑了什么命令、通过/失败摘要、报告路径、trace/screenshot/video 产物。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46" name="TextBox 46"/>
            <p:cNvSpPr txBox="1"/>
            <p:nvPr/>
          </p:nvSpPr>
          <p:spPr>
            <a:xfrm>
              <a:off x="522922" y="6406991"/>
              <a:ext cx="40754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playwright-skill/scripts/*.sh and references/reporting.md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6FF">
                <a:alpha val="5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458200" y="0"/>
              <a:ext cx="37338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43890" y="1024890"/>
            <a:ext cx="10736771" cy="2518410"/>
            <a:chOff x="643890" y="1024890"/>
            <a:chExt cx="10736771" cy="2518410"/>
          </a:xfrm>
        </p:grpSpPr>
        <p:sp>
          <p:nvSpPr>
            <p:cNvPr id="6" name="TextBox 6"/>
            <p:cNvSpPr txBox="1"/>
            <p:nvPr/>
          </p:nvSpPr>
          <p:spPr>
            <a:xfrm>
              <a:off x="662940" y="1024890"/>
              <a:ext cx="2336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二、Skill 开发方法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3890" y="1834515"/>
              <a:ext cx="210807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目录结构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3890" y="23869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就是能力边界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1040" y="3177540"/>
              <a:ext cx="1067962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入口文件决定“什么时候用”，reference 决定“怎么判断”，scripts 决定“怎么稳定执行”。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10350" y="1123950"/>
            <a:ext cx="4171950" cy="4591050"/>
            <a:chOff x="6610350" y="1123950"/>
            <a:chExt cx="4171950" cy="4591050"/>
          </a:xfrm>
        </p:grpSpPr>
        <p:sp>
          <p:nvSpPr>
            <p:cNvPr id="11" name="Rectangle 11"/>
            <p:cNvSpPr/>
            <p:nvPr/>
          </p:nvSpPr>
          <p:spPr>
            <a:xfrm>
              <a:off x="6610350" y="1123950"/>
              <a:ext cx="4171950" cy="4591050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009805" y="1541859"/>
              <a:ext cx="351302" cy="262533"/>
              <a:chOff x="7009805" y="1541859"/>
              <a:chExt cx="351302" cy="2625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022306" y="1554361"/>
                <a:ext cx="275034" cy="237530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237530">
                    <a:moveTo>
                      <a:pt x="275034" y="50006"/>
                    </a:moveTo>
                    <a:lnTo>
                      <a:pt x="275034" y="87511"/>
                    </a:lnTo>
                    <a:lnTo>
                      <a:pt x="59023" y="87511"/>
                    </a:lnTo>
                    <a:cubicBezTo>
                      <a:pt x="53642" y="87511"/>
                      <a:pt x="48864" y="90954"/>
                      <a:pt x="47162" y="96059"/>
                    </a:cubicBezTo>
                    <a:lnTo>
                      <a:pt x="0" y="237530"/>
                    </a:ln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95840" y="0"/>
                    </a:lnTo>
                    <a:cubicBezTo>
                      <a:pt x="98545" y="0"/>
                      <a:pt x="101177" y="877"/>
                      <a:pt x="103341" y="2500"/>
                    </a:cubicBezTo>
                    <a:lnTo>
                      <a:pt x="146690" y="35004"/>
                    </a:lnTo>
                    <a:cubicBezTo>
                      <a:pt x="148854" y="36627"/>
                      <a:pt x="151486" y="37505"/>
                      <a:pt x="154191" y="37505"/>
                    </a:cubicBezTo>
                    <a:lnTo>
                      <a:pt x="262533" y="37505"/>
                    </a:lnTo>
                    <a:cubicBezTo>
                      <a:pt x="269437" y="37505"/>
                      <a:pt x="275034" y="43102"/>
                      <a:pt x="275034" y="50006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009805" y="1541859"/>
                <a:ext cx="351302" cy="262533"/>
              </a:xfrm>
              <a:custGeom>
                <a:avLst/>
                <a:gdLst/>
                <a:ahLst/>
                <a:cxnLst/>
                <a:rect l="l" t="t" r="r" b="b"/>
                <a:pathLst>
                  <a:path w="351302" h="262533">
                    <a:moveTo>
                      <a:pt x="345356" y="97887"/>
                    </a:moveTo>
                    <a:cubicBezTo>
                      <a:pt x="340648" y="91361"/>
                      <a:pt x="333087" y="87499"/>
                      <a:pt x="325041" y="87511"/>
                    </a:cubicBezTo>
                    <a:lnTo>
                      <a:pt x="300038" y="87511"/>
                    </a:lnTo>
                    <a:lnTo>
                      <a:pt x="300038" y="62508"/>
                    </a:lnTo>
                    <a:cubicBezTo>
                      <a:pt x="300038" y="48699"/>
                      <a:pt x="288843" y="37505"/>
                      <a:pt x="275034" y="37505"/>
                    </a:cubicBezTo>
                    <a:lnTo>
                      <a:pt x="166693" y="37505"/>
                    </a:lnTo>
                    <a:lnTo>
                      <a:pt x="123359" y="5001"/>
                    </a:lnTo>
                    <a:cubicBezTo>
                      <a:pt x="119024" y="1769"/>
                      <a:pt x="113765" y="16"/>
                      <a:pt x="108357" y="0"/>
                    </a:cubicBez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250031"/>
                    </a:lnTo>
                    <a:lnTo>
                      <a:pt x="0" y="250031"/>
                    </a:lnTo>
                    <a:cubicBezTo>
                      <a:pt x="0" y="256936"/>
                      <a:pt x="5597" y="262533"/>
                      <a:pt x="12502" y="262533"/>
                    </a:cubicBezTo>
                    <a:lnTo>
                      <a:pt x="292380" y="262533"/>
                    </a:lnTo>
                    <a:cubicBezTo>
                      <a:pt x="297762" y="262533"/>
                      <a:pt x="302539" y="259090"/>
                      <a:pt x="304241" y="253985"/>
                    </a:cubicBezTo>
                    <a:lnTo>
                      <a:pt x="348762" y="120421"/>
                    </a:lnTo>
                    <a:cubicBezTo>
                      <a:pt x="351302" y="112798"/>
                      <a:pt x="350035" y="104419"/>
                      <a:pt x="345356" y="97887"/>
                    </a:cubicBezTo>
                    <a:close/>
                    <a:moveTo>
                      <a:pt x="108357" y="25003"/>
                    </a:moveTo>
                    <a:lnTo>
                      <a:pt x="151691" y="57507"/>
                    </a:lnTo>
                    <a:cubicBezTo>
                      <a:pt x="156025" y="60741"/>
                      <a:pt x="161285" y="62494"/>
                      <a:pt x="166693" y="62508"/>
                    </a:cubicBezTo>
                    <a:lnTo>
                      <a:pt x="275034" y="62508"/>
                    </a:lnTo>
                    <a:lnTo>
                      <a:pt x="275034" y="87511"/>
                    </a:lnTo>
                    <a:lnTo>
                      <a:pt x="71525" y="87511"/>
                    </a:lnTo>
                    <a:cubicBezTo>
                      <a:pt x="60762" y="87510"/>
                      <a:pt x="51207" y="94397"/>
                      <a:pt x="47803" y="104607"/>
                    </a:cubicBezTo>
                    <a:lnTo>
                      <a:pt x="25003" y="172990"/>
                    </a:lnTo>
                    <a:lnTo>
                      <a:pt x="25003" y="25003"/>
                    </a:lnTo>
                    <a:close/>
                    <a:moveTo>
                      <a:pt x="283379" y="237530"/>
                    </a:moveTo>
                    <a:lnTo>
                      <a:pt x="29847" y="237530"/>
                    </a:lnTo>
                    <a:lnTo>
                      <a:pt x="71525" y="112514"/>
                    </a:lnTo>
                    <a:lnTo>
                      <a:pt x="325041" y="112514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507605" y="1578292"/>
              <a:ext cx="1752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playwright-skill/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18185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124700" y="2266950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31405" y="2245042"/>
              <a:ext cx="8919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SKILL.md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44915" y="22774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入口和流程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24700" y="2838450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31405" y="2816542"/>
              <a:ext cx="12271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references/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44915" y="2848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按需知识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24700" y="3409950"/>
              <a:ext cx="114300" cy="1143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31405" y="3388042"/>
              <a:ext cx="8525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scripts/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4915" y="34204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可重复动作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24700" y="398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1405" y="3959542"/>
              <a:ext cx="7933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assets/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44915" y="3991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模板基线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24700" y="4552950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31405" y="4531042"/>
              <a:ext cx="10891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README.md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44915" y="45634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人类说明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877300" y="844475"/>
            <a:ext cx="2376487" cy="2451175"/>
            <a:chOff x="8877300" y="844475"/>
            <a:chExt cx="2376487" cy="2451175"/>
          </a:xfrm>
        </p:grpSpPr>
        <p:grpSp>
          <p:nvGrpSpPr>
            <p:cNvPr id="35" name="Group 35"/>
            <p:cNvGrpSpPr/>
            <p:nvPr/>
          </p:nvGrpSpPr>
          <p:grpSpPr>
            <a:xfrm>
              <a:off x="9432637" y="844475"/>
              <a:ext cx="603785" cy="558977"/>
              <a:chOff x="9432637" y="844475"/>
              <a:chExt cx="603785" cy="55897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454282" y="866775"/>
                <a:ext cx="560498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60498" h="514350">
                    <a:moveTo>
                      <a:pt x="553784" y="205633"/>
                    </a:moveTo>
                    <a:lnTo>
                      <a:pt x="468461" y="157037"/>
                    </a:lnTo>
                    <a:cubicBezTo>
                      <a:pt x="466747" y="153930"/>
                      <a:pt x="464952" y="150903"/>
                      <a:pt x="463103" y="147902"/>
                    </a:cubicBezTo>
                    <a:lnTo>
                      <a:pt x="462782" y="51462"/>
                    </a:lnTo>
                    <a:cubicBezTo>
                      <a:pt x="435816" y="28705"/>
                      <a:pt x="404796" y="11245"/>
                      <a:pt x="371351" y="0"/>
                    </a:cubicBezTo>
                    <a:lnTo>
                      <a:pt x="285626" y="47926"/>
                    </a:lnTo>
                    <a:cubicBezTo>
                      <a:pt x="282036" y="47926"/>
                      <a:pt x="278419" y="47926"/>
                      <a:pt x="274910" y="47926"/>
                    </a:cubicBezTo>
                    <a:lnTo>
                      <a:pt x="189185" y="0"/>
                    </a:lnTo>
                    <a:cubicBezTo>
                      <a:pt x="155750" y="11282"/>
                      <a:pt x="124747" y="28778"/>
                      <a:pt x="97808" y="51569"/>
                    </a:cubicBezTo>
                    <a:lnTo>
                      <a:pt x="97379" y="148010"/>
                    </a:lnTo>
                    <a:cubicBezTo>
                      <a:pt x="95504" y="151010"/>
                      <a:pt x="93709" y="154064"/>
                      <a:pt x="92021" y="157145"/>
                    </a:cubicBezTo>
                    <a:lnTo>
                      <a:pt x="6725" y="205633"/>
                    </a:lnTo>
                    <a:cubicBezTo>
                      <a:pt x="0" y="239647"/>
                      <a:pt x="0" y="274649"/>
                      <a:pt x="6725" y="308664"/>
                    </a:cubicBezTo>
                    <a:lnTo>
                      <a:pt x="92048" y="357259"/>
                    </a:lnTo>
                    <a:cubicBezTo>
                      <a:pt x="93762" y="360366"/>
                      <a:pt x="95557" y="363394"/>
                      <a:pt x="97406" y="366394"/>
                    </a:cubicBezTo>
                    <a:lnTo>
                      <a:pt x="97727" y="462835"/>
                    </a:lnTo>
                    <a:cubicBezTo>
                      <a:pt x="124696" y="485614"/>
                      <a:pt x="155727" y="503092"/>
                      <a:pt x="189185" y="514350"/>
                    </a:cubicBezTo>
                    <a:lnTo>
                      <a:pt x="274910" y="466478"/>
                    </a:lnTo>
                    <a:cubicBezTo>
                      <a:pt x="278500" y="466478"/>
                      <a:pt x="282116" y="466478"/>
                      <a:pt x="285626" y="466478"/>
                    </a:cubicBezTo>
                    <a:lnTo>
                      <a:pt x="371351" y="514350"/>
                    </a:lnTo>
                    <a:cubicBezTo>
                      <a:pt x="404757" y="503059"/>
                      <a:pt x="435732" y="485563"/>
                      <a:pt x="462648" y="462781"/>
                    </a:cubicBezTo>
                    <a:lnTo>
                      <a:pt x="463076" y="366340"/>
                    </a:lnTo>
                    <a:cubicBezTo>
                      <a:pt x="464952" y="363340"/>
                      <a:pt x="466747" y="360286"/>
                      <a:pt x="468434" y="357205"/>
                    </a:cubicBezTo>
                    <a:lnTo>
                      <a:pt x="553731" y="308717"/>
                    </a:lnTo>
                    <a:cubicBezTo>
                      <a:pt x="560480" y="274689"/>
                      <a:pt x="560498" y="239668"/>
                      <a:pt x="553784" y="205633"/>
                    </a:cubicBezTo>
                    <a:close/>
                    <a:moveTo>
                      <a:pt x="280268" y="364331"/>
                    </a:moveTo>
                    <a:cubicBezTo>
                      <a:pt x="221087" y="364331"/>
                      <a:pt x="173112" y="316356"/>
                      <a:pt x="173112" y="257175"/>
                    </a:cubicBezTo>
                    <a:cubicBezTo>
                      <a:pt x="173112" y="197994"/>
                      <a:pt x="221087" y="150019"/>
                      <a:pt x="280268" y="150019"/>
                    </a:cubicBezTo>
                    <a:cubicBezTo>
                      <a:pt x="339449" y="150019"/>
                      <a:pt x="387424" y="197994"/>
                      <a:pt x="387424" y="257175"/>
                    </a:cubicBezTo>
                    <a:cubicBezTo>
                      <a:pt x="387424" y="316356"/>
                      <a:pt x="339449" y="364331"/>
                      <a:pt x="280268" y="36433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432637" y="844475"/>
                <a:ext cx="603785" cy="558977"/>
              </a:xfrm>
              <a:custGeom>
                <a:avLst/>
                <a:gdLst/>
                <a:ahLst/>
                <a:cxnLst/>
                <a:rect l="l" t="t" r="r" b="b"/>
                <a:pathLst>
                  <a:path w="603785" h="558977">
                    <a:moveTo>
                      <a:pt x="301913" y="150887"/>
                    </a:moveTo>
                    <a:cubicBezTo>
                      <a:pt x="230896" y="150887"/>
                      <a:pt x="173325" y="208458"/>
                      <a:pt x="173325" y="279475"/>
                    </a:cubicBezTo>
                    <a:cubicBezTo>
                      <a:pt x="173325" y="350492"/>
                      <a:pt x="230896" y="408062"/>
                      <a:pt x="301913" y="408062"/>
                    </a:cubicBezTo>
                    <a:cubicBezTo>
                      <a:pt x="372930" y="408062"/>
                      <a:pt x="430500" y="350492"/>
                      <a:pt x="430500" y="279475"/>
                    </a:cubicBezTo>
                    <a:cubicBezTo>
                      <a:pt x="430427" y="208489"/>
                      <a:pt x="372899" y="150961"/>
                      <a:pt x="301913" y="150887"/>
                    </a:cubicBezTo>
                    <a:close/>
                    <a:moveTo>
                      <a:pt x="301913" y="365200"/>
                    </a:moveTo>
                    <a:cubicBezTo>
                      <a:pt x="254568" y="365200"/>
                      <a:pt x="216188" y="326820"/>
                      <a:pt x="216188" y="279475"/>
                    </a:cubicBezTo>
                    <a:cubicBezTo>
                      <a:pt x="216188" y="232130"/>
                      <a:pt x="254568" y="193750"/>
                      <a:pt x="301913" y="193750"/>
                    </a:cubicBezTo>
                    <a:cubicBezTo>
                      <a:pt x="349257" y="193750"/>
                      <a:pt x="387638" y="232130"/>
                      <a:pt x="387638" y="279475"/>
                    </a:cubicBezTo>
                    <a:cubicBezTo>
                      <a:pt x="387638" y="326820"/>
                      <a:pt x="349257" y="365200"/>
                      <a:pt x="301913" y="365200"/>
                    </a:cubicBezTo>
                    <a:close/>
                    <a:moveTo>
                      <a:pt x="596432" y="223781"/>
                    </a:moveTo>
                    <a:cubicBezTo>
                      <a:pt x="595224" y="217674"/>
                      <a:pt x="591421" y="212394"/>
                      <a:pt x="586011" y="209314"/>
                    </a:cubicBezTo>
                    <a:lnTo>
                      <a:pt x="506099" y="163773"/>
                    </a:lnTo>
                    <a:lnTo>
                      <a:pt x="505778" y="73708"/>
                    </a:lnTo>
                    <a:cubicBezTo>
                      <a:pt x="505758" y="67431"/>
                      <a:pt x="502987" y="61477"/>
                      <a:pt x="498196" y="57420"/>
                    </a:cubicBezTo>
                    <a:cubicBezTo>
                      <a:pt x="469209" y="32900"/>
                      <a:pt x="435827" y="14110"/>
                      <a:pt x="399827" y="2047"/>
                    </a:cubicBezTo>
                    <a:cubicBezTo>
                      <a:pt x="394094" y="107"/>
                      <a:pt x="387808" y="681"/>
                      <a:pt x="382521" y="3628"/>
                    </a:cubicBezTo>
                    <a:lnTo>
                      <a:pt x="301913" y="48687"/>
                    </a:lnTo>
                    <a:lnTo>
                      <a:pt x="221224" y="3548"/>
                    </a:lnTo>
                    <a:cubicBezTo>
                      <a:pt x="215934" y="584"/>
                      <a:pt x="209636" y="0"/>
                      <a:pt x="203892" y="1940"/>
                    </a:cubicBezTo>
                    <a:cubicBezTo>
                      <a:pt x="167913" y="14080"/>
                      <a:pt x="134568" y="32943"/>
                      <a:pt x="105629" y="57528"/>
                    </a:cubicBezTo>
                    <a:cubicBezTo>
                      <a:pt x="100846" y="61578"/>
                      <a:pt x="98076" y="67520"/>
                      <a:pt x="98048" y="73789"/>
                    </a:cubicBezTo>
                    <a:lnTo>
                      <a:pt x="97646" y="163934"/>
                    </a:lnTo>
                    <a:lnTo>
                      <a:pt x="17734" y="209475"/>
                    </a:lnTo>
                    <a:cubicBezTo>
                      <a:pt x="12325" y="212555"/>
                      <a:pt x="8521" y="217835"/>
                      <a:pt x="7314" y="223941"/>
                    </a:cubicBezTo>
                    <a:cubicBezTo>
                      <a:pt x="0" y="260693"/>
                      <a:pt x="0" y="298525"/>
                      <a:pt x="7314" y="335277"/>
                    </a:cubicBezTo>
                    <a:cubicBezTo>
                      <a:pt x="8521" y="341383"/>
                      <a:pt x="12325" y="346663"/>
                      <a:pt x="17734" y="349743"/>
                    </a:cubicBezTo>
                    <a:lnTo>
                      <a:pt x="97646" y="395284"/>
                    </a:lnTo>
                    <a:lnTo>
                      <a:pt x="97968" y="485376"/>
                    </a:lnTo>
                    <a:cubicBezTo>
                      <a:pt x="97987" y="491653"/>
                      <a:pt x="100758" y="497607"/>
                      <a:pt x="105549" y="501663"/>
                    </a:cubicBezTo>
                    <a:cubicBezTo>
                      <a:pt x="134537" y="526184"/>
                      <a:pt x="167918" y="544974"/>
                      <a:pt x="203918" y="557036"/>
                    </a:cubicBezTo>
                    <a:cubicBezTo>
                      <a:pt x="209651" y="558977"/>
                      <a:pt x="215938" y="558403"/>
                      <a:pt x="221224" y="555456"/>
                    </a:cubicBezTo>
                    <a:lnTo>
                      <a:pt x="301913" y="510263"/>
                    </a:lnTo>
                    <a:lnTo>
                      <a:pt x="382601" y="555402"/>
                    </a:lnTo>
                    <a:cubicBezTo>
                      <a:pt x="385795" y="557181"/>
                      <a:pt x="389394" y="558104"/>
                      <a:pt x="393049" y="558081"/>
                    </a:cubicBezTo>
                    <a:cubicBezTo>
                      <a:pt x="395390" y="558080"/>
                      <a:pt x="397715" y="557700"/>
                      <a:pt x="399934" y="556956"/>
                    </a:cubicBezTo>
                    <a:cubicBezTo>
                      <a:pt x="435904" y="544822"/>
                      <a:pt x="469247" y="525978"/>
                      <a:pt x="498196" y="501422"/>
                    </a:cubicBezTo>
                    <a:cubicBezTo>
                      <a:pt x="502980" y="497372"/>
                      <a:pt x="505750" y="491430"/>
                      <a:pt x="505778" y="485161"/>
                    </a:cubicBezTo>
                    <a:lnTo>
                      <a:pt x="506179" y="395016"/>
                    </a:lnTo>
                    <a:lnTo>
                      <a:pt x="586091" y="349475"/>
                    </a:lnTo>
                    <a:cubicBezTo>
                      <a:pt x="591501" y="346395"/>
                      <a:pt x="595304" y="341115"/>
                      <a:pt x="596512" y="335009"/>
                    </a:cubicBezTo>
                    <a:cubicBezTo>
                      <a:pt x="603785" y="298287"/>
                      <a:pt x="603758" y="260492"/>
                      <a:pt x="596432" y="223781"/>
                    </a:cubicBezTo>
                    <a:close/>
                    <a:moveTo>
                      <a:pt x="556248" y="317301"/>
                    </a:moveTo>
                    <a:lnTo>
                      <a:pt x="479712" y="360833"/>
                    </a:lnTo>
                    <a:cubicBezTo>
                      <a:pt x="476358" y="362740"/>
                      <a:pt x="473582" y="365517"/>
                      <a:pt x="471675" y="368870"/>
                    </a:cubicBezTo>
                    <a:cubicBezTo>
                      <a:pt x="470121" y="371549"/>
                      <a:pt x="468487" y="374389"/>
                      <a:pt x="466826" y="377068"/>
                    </a:cubicBezTo>
                    <a:cubicBezTo>
                      <a:pt x="464700" y="380446"/>
                      <a:pt x="463568" y="384354"/>
                      <a:pt x="463558" y="388346"/>
                    </a:cubicBezTo>
                    <a:lnTo>
                      <a:pt x="463156" y="474740"/>
                    </a:lnTo>
                    <a:cubicBezTo>
                      <a:pt x="442584" y="490896"/>
                      <a:pt x="419665" y="503814"/>
                      <a:pt x="395192" y="513049"/>
                    </a:cubicBezTo>
                    <a:lnTo>
                      <a:pt x="317986" y="470026"/>
                    </a:lnTo>
                    <a:cubicBezTo>
                      <a:pt x="314781" y="468252"/>
                      <a:pt x="311175" y="467330"/>
                      <a:pt x="307512" y="467347"/>
                    </a:cubicBezTo>
                    <a:lnTo>
                      <a:pt x="307003" y="467347"/>
                    </a:lnTo>
                    <a:cubicBezTo>
                      <a:pt x="303761" y="467347"/>
                      <a:pt x="300493" y="467347"/>
                      <a:pt x="297252" y="467347"/>
                    </a:cubicBezTo>
                    <a:cubicBezTo>
                      <a:pt x="293418" y="467253"/>
                      <a:pt x="289628" y="468178"/>
                      <a:pt x="286268" y="470026"/>
                    </a:cubicBezTo>
                    <a:lnTo>
                      <a:pt x="209008" y="513156"/>
                    </a:lnTo>
                    <a:cubicBezTo>
                      <a:pt x="184483" y="503992"/>
                      <a:pt x="161501" y="491137"/>
                      <a:pt x="140857" y="475035"/>
                    </a:cubicBezTo>
                    <a:lnTo>
                      <a:pt x="140562" y="388774"/>
                    </a:lnTo>
                    <a:cubicBezTo>
                      <a:pt x="140549" y="384775"/>
                      <a:pt x="139417" y="380859"/>
                      <a:pt x="137294" y="377469"/>
                    </a:cubicBezTo>
                    <a:cubicBezTo>
                      <a:pt x="135633" y="374790"/>
                      <a:pt x="133999" y="372112"/>
                      <a:pt x="132472" y="369272"/>
                    </a:cubicBezTo>
                    <a:cubicBezTo>
                      <a:pt x="130579" y="365867"/>
                      <a:pt x="127802" y="363035"/>
                      <a:pt x="124435" y="361074"/>
                    </a:cubicBezTo>
                    <a:lnTo>
                      <a:pt x="47819" y="317435"/>
                    </a:lnTo>
                    <a:cubicBezTo>
                      <a:pt x="43854" y="292356"/>
                      <a:pt x="43854" y="266809"/>
                      <a:pt x="47819" y="241729"/>
                    </a:cubicBezTo>
                    <a:lnTo>
                      <a:pt x="124221" y="198117"/>
                    </a:lnTo>
                    <a:cubicBezTo>
                      <a:pt x="127574" y="196210"/>
                      <a:pt x="130351" y="193433"/>
                      <a:pt x="132258" y="190080"/>
                    </a:cubicBezTo>
                    <a:cubicBezTo>
                      <a:pt x="133811" y="187401"/>
                      <a:pt x="135446" y="184561"/>
                      <a:pt x="137107" y="181882"/>
                    </a:cubicBezTo>
                    <a:cubicBezTo>
                      <a:pt x="139233" y="178504"/>
                      <a:pt x="140365" y="174596"/>
                      <a:pt x="140375" y="170604"/>
                    </a:cubicBezTo>
                    <a:lnTo>
                      <a:pt x="140777" y="84210"/>
                    </a:lnTo>
                    <a:cubicBezTo>
                      <a:pt x="161349" y="68054"/>
                      <a:pt x="184268" y="55136"/>
                      <a:pt x="208740" y="45901"/>
                    </a:cubicBezTo>
                    <a:lnTo>
                      <a:pt x="285839" y="88924"/>
                    </a:lnTo>
                    <a:cubicBezTo>
                      <a:pt x="289195" y="90784"/>
                      <a:pt x="292988" y="91710"/>
                      <a:pt x="296823" y="91603"/>
                    </a:cubicBezTo>
                    <a:cubicBezTo>
                      <a:pt x="300064" y="91603"/>
                      <a:pt x="303333" y="91603"/>
                      <a:pt x="306574" y="91603"/>
                    </a:cubicBezTo>
                    <a:cubicBezTo>
                      <a:pt x="310409" y="91710"/>
                      <a:pt x="314202" y="90784"/>
                      <a:pt x="317558" y="88924"/>
                    </a:cubicBezTo>
                    <a:lnTo>
                      <a:pt x="394817" y="45794"/>
                    </a:lnTo>
                    <a:cubicBezTo>
                      <a:pt x="419342" y="54958"/>
                      <a:pt x="442324" y="67813"/>
                      <a:pt x="462969" y="83915"/>
                    </a:cubicBezTo>
                    <a:lnTo>
                      <a:pt x="463263" y="170176"/>
                    </a:lnTo>
                    <a:cubicBezTo>
                      <a:pt x="463277" y="174175"/>
                      <a:pt x="464409" y="178091"/>
                      <a:pt x="466532" y="181481"/>
                    </a:cubicBezTo>
                    <a:cubicBezTo>
                      <a:pt x="468193" y="184160"/>
                      <a:pt x="469827" y="186838"/>
                      <a:pt x="471354" y="189678"/>
                    </a:cubicBezTo>
                    <a:cubicBezTo>
                      <a:pt x="473247" y="193083"/>
                      <a:pt x="476023" y="195915"/>
                      <a:pt x="479390" y="197876"/>
                    </a:cubicBezTo>
                    <a:lnTo>
                      <a:pt x="556007" y="241515"/>
                    </a:lnTo>
                    <a:cubicBezTo>
                      <a:pt x="560025" y="266614"/>
                      <a:pt x="560070" y="292188"/>
                      <a:pt x="556141" y="3173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92540" y="18249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开发时先问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77300" y="2152650"/>
              <a:ext cx="23764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什么该判断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7300" y="2686050"/>
              <a:ext cx="23764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什么该执行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5322" y="6406991"/>
            <a:ext cx="10833878" cy="167640"/>
            <a:chOff x="675322" y="6406991"/>
            <a:chExt cx="10833878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675322" y="6406991"/>
              <a:ext cx="25572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 project structure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Mod val="74000"/>
                    </a:srgbClr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6732153" cy="641984"/>
            <a:chOff x="501015" y="239078"/>
            <a:chExt cx="6732153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673215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目录结构设计与 `SKILL.md` 编写要点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3783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把“判断”和“执行”拆开，Skill 才容易维护、扩展和复用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257300"/>
            <a:ext cx="5219700" cy="4210050"/>
            <a:chOff x="533400" y="1257300"/>
            <a:chExt cx="5219700" cy="421005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5219700" cy="4210050"/>
            </a:xfrm>
            <a:prstGeom prst="roundRect">
              <a:avLst>
                <a:gd name="adj" fmla="val 31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8561" y="1622822"/>
              <a:ext cx="284387" cy="212527"/>
              <a:chOff x="868561" y="1622822"/>
              <a:chExt cx="284387" cy="2125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8681" y="1632942"/>
                <a:ext cx="222647" cy="192286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192286">
                    <a:moveTo>
                      <a:pt x="222647" y="40481"/>
                    </a:moveTo>
                    <a:lnTo>
                      <a:pt x="222647" y="70842"/>
                    </a:lnTo>
                    <a:lnTo>
                      <a:pt x="47781" y="70842"/>
                    </a:lnTo>
                    <a:cubicBezTo>
                      <a:pt x="43424" y="70842"/>
                      <a:pt x="39557" y="73629"/>
                      <a:pt x="38179" y="77762"/>
                    </a:cubicBezTo>
                    <a:lnTo>
                      <a:pt x="0" y="192286"/>
                    </a:ln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77585" y="0"/>
                    </a:lnTo>
                    <a:cubicBezTo>
                      <a:pt x="79775" y="0"/>
                      <a:pt x="81905" y="710"/>
                      <a:pt x="83657" y="2024"/>
                    </a:cubicBezTo>
                    <a:lnTo>
                      <a:pt x="118749" y="28337"/>
                    </a:lnTo>
                    <a:cubicBezTo>
                      <a:pt x="120501" y="29651"/>
                      <a:pt x="122632" y="30361"/>
                      <a:pt x="124821" y="30361"/>
                    </a:cubicBezTo>
                    <a:lnTo>
                      <a:pt x="212527" y="30361"/>
                    </a:lnTo>
                    <a:cubicBezTo>
                      <a:pt x="218116" y="30361"/>
                      <a:pt x="222647" y="34892"/>
                      <a:pt x="222647" y="40481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561" y="1622822"/>
                <a:ext cx="284387" cy="212527"/>
              </a:xfrm>
              <a:custGeom>
                <a:avLst/>
                <a:gdLst/>
                <a:ahLst/>
                <a:cxnLst/>
                <a:rect l="l" t="t" r="r" b="b"/>
                <a:pathLst>
                  <a:path w="284387" h="212527">
                    <a:moveTo>
                      <a:pt x="279574" y="79242"/>
                    </a:moveTo>
                    <a:cubicBezTo>
                      <a:pt x="275763" y="73959"/>
                      <a:pt x="269642" y="70833"/>
                      <a:pt x="263128" y="70842"/>
                    </a:cubicBezTo>
                    <a:lnTo>
                      <a:pt x="242888" y="70842"/>
                    </a:lnTo>
                    <a:lnTo>
                      <a:pt x="242888" y="50602"/>
                    </a:lnTo>
                    <a:cubicBezTo>
                      <a:pt x="242888" y="39423"/>
                      <a:pt x="233825" y="30361"/>
                      <a:pt x="222647" y="30361"/>
                    </a:cubicBezTo>
                    <a:lnTo>
                      <a:pt x="134942" y="30361"/>
                    </a:lnTo>
                    <a:lnTo>
                      <a:pt x="99862" y="4048"/>
                    </a:lnTo>
                    <a:cubicBezTo>
                      <a:pt x="96353" y="1432"/>
                      <a:pt x="92095" y="13"/>
                      <a:pt x="87718" y="0"/>
                    </a:cubicBez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202406"/>
                    </a:lnTo>
                    <a:lnTo>
                      <a:pt x="0" y="202406"/>
                    </a:lnTo>
                    <a:cubicBezTo>
                      <a:pt x="0" y="207996"/>
                      <a:pt x="4531" y="212527"/>
                      <a:pt x="10120" y="212527"/>
                    </a:cubicBezTo>
                    <a:lnTo>
                      <a:pt x="236689" y="212527"/>
                    </a:lnTo>
                    <a:cubicBezTo>
                      <a:pt x="241045" y="212527"/>
                      <a:pt x="244913" y="209739"/>
                      <a:pt x="246290" y="205607"/>
                    </a:cubicBezTo>
                    <a:lnTo>
                      <a:pt x="282331" y="97484"/>
                    </a:lnTo>
                    <a:cubicBezTo>
                      <a:pt x="284387" y="91313"/>
                      <a:pt x="283362" y="84530"/>
                      <a:pt x="279574" y="79242"/>
                    </a:cubicBezTo>
                    <a:close/>
                    <a:moveTo>
                      <a:pt x="87718" y="20241"/>
                    </a:moveTo>
                    <a:lnTo>
                      <a:pt x="122797" y="46553"/>
                    </a:lnTo>
                    <a:cubicBezTo>
                      <a:pt x="126306" y="49171"/>
                      <a:pt x="130564" y="50591"/>
                      <a:pt x="134942" y="50602"/>
                    </a:cubicBezTo>
                    <a:lnTo>
                      <a:pt x="222647" y="50602"/>
                    </a:lnTo>
                    <a:lnTo>
                      <a:pt x="222647" y="70842"/>
                    </a:lnTo>
                    <a:lnTo>
                      <a:pt x="57901" y="70842"/>
                    </a:lnTo>
                    <a:cubicBezTo>
                      <a:pt x="49188" y="70842"/>
                      <a:pt x="41453" y="76416"/>
                      <a:pt x="38698" y="84682"/>
                    </a:cubicBezTo>
                    <a:lnTo>
                      <a:pt x="20241" y="140040"/>
                    </a:lnTo>
                    <a:lnTo>
                      <a:pt x="20241" y="20241"/>
                    </a:lnTo>
                    <a:close/>
                    <a:moveTo>
                      <a:pt x="229402" y="192286"/>
                    </a:moveTo>
                    <a:lnTo>
                      <a:pt x="24162" y="192286"/>
                    </a:lnTo>
                    <a:lnTo>
                      <a:pt x="57901" y="91083"/>
                    </a:lnTo>
                    <a:lnTo>
                      <a:pt x="263128" y="91083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91590" y="15963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目录职责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152650"/>
              <a:ext cx="4305300" cy="514350"/>
            </a:xfrm>
            <a:prstGeom prst="roundRect">
              <a:avLst>
                <a:gd name="adj" fmla="val 14815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0605" y="2330768"/>
              <a:ext cx="934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SKILL.md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0355" y="23307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入口、流程、默认策略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2819400"/>
              <a:ext cx="43053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0605" y="2997518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references/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0355" y="299751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专题知识与判断规则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3486150"/>
              <a:ext cx="43053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0605" y="3664268"/>
              <a:ext cx="8934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scripts/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40355" y="36642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机械动作与可重复工具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" y="4152900"/>
              <a:ext cx="43053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0605" y="433101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assets/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40355" y="43310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模板、片段、可复制基线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819650"/>
              <a:ext cx="4305300" cy="342900"/>
            </a:xfrm>
            <a:prstGeom prst="roundRect">
              <a:avLst>
                <a:gd name="adj" fmla="val 22222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4415" y="493490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原则：入口文件短，长期知识拆出去，重复动作脚本化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38900" y="1257300"/>
            <a:ext cx="5219700" cy="4210050"/>
            <a:chOff x="6438900" y="1257300"/>
            <a:chExt cx="5219700" cy="4210050"/>
          </a:xfrm>
        </p:grpSpPr>
        <p:sp>
          <p:nvSpPr>
            <p:cNvPr id="28" name="Rectangle 28"/>
            <p:cNvSpPr/>
            <p:nvPr/>
          </p:nvSpPr>
          <p:spPr>
            <a:xfrm>
              <a:off x="6438900" y="1257300"/>
              <a:ext cx="5219700" cy="4210050"/>
            </a:xfrm>
            <a:prstGeom prst="roundRect">
              <a:avLst>
                <a:gd name="adj" fmla="val 31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794302" y="1582342"/>
              <a:ext cx="222647" cy="273247"/>
              <a:chOff x="6794302" y="1582342"/>
              <a:chExt cx="222647" cy="27324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804422" y="1612702"/>
                <a:ext cx="202406" cy="232767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32767">
                    <a:moveTo>
                      <a:pt x="202406" y="10120"/>
                    </a:moveTo>
                    <a:lnTo>
                      <a:pt x="202406" y="222647"/>
                    </a:lnTo>
                    <a:cubicBezTo>
                      <a:pt x="202406" y="228236"/>
                      <a:pt x="197875" y="232767"/>
                      <a:pt x="192286" y="232767"/>
                    </a:cubicBezTo>
                    <a:lnTo>
                      <a:pt x="10120" y="232767"/>
                    </a:lnTo>
                    <a:cubicBezTo>
                      <a:pt x="4531" y="232767"/>
                      <a:pt x="0" y="228236"/>
                      <a:pt x="0" y="222647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60722" y="0"/>
                    </a:lnTo>
                    <a:cubicBezTo>
                      <a:pt x="54139" y="8752"/>
                      <a:pt x="50586" y="19410"/>
                      <a:pt x="50602" y="30361"/>
                    </a:cubicBezTo>
                    <a:lnTo>
                      <a:pt x="50602" y="40481"/>
                    </a:lnTo>
                    <a:lnTo>
                      <a:pt x="151805" y="40481"/>
                    </a:lnTo>
                    <a:lnTo>
                      <a:pt x="151805" y="30361"/>
                    </a:lnTo>
                    <a:cubicBezTo>
                      <a:pt x="151820" y="19410"/>
                      <a:pt x="148268" y="8752"/>
                      <a:pt x="141684" y="0"/>
                    </a:cubicBezTo>
                    <a:lnTo>
                      <a:pt x="192286" y="0"/>
                    </a:lnTo>
                    <a:cubicBezTo>
                      <a:pt x="197875" y="0"/>
                      <a:pt x="202406" y="4531"/>
                      <a:pt x="202406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94302" y="1582342"/>
                <a:ext cx="222647" cy="273247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273247">
                    <a:moveTo>
                      <a:pt x="161925" y="172043"/>
                    </a:moveTo>
                    <a:cubicBezTo>
                      <a:pt x="161925" y="177633"/>
                      <a:pt x="157394" y="182164"/>
                      <a:pt x="151805" y="182164"/>
                    </a:cubicBezTo>
                    <a:lnTo>
                      <a:pt x="70842" y="182164"/>
                    </a:lnTo>
                    <a:cubicBezTo>
                      <a:pt x="65253" y="182164"/>
                      <a:pt x="60722" y="177633"/>
                      <a:pt x="60722" y="172043"/>
                    </a:cubicBezTo>
                    <a:cubicBezTo>
                      <a:pt x="60722" y="166454"/>
                      <a:pt x="65253" y="161923"/>
                      <a:pt x="70842" y="161923"/>
                    </a:cubicBezTo>
                    <a:lnTo>
                      <a:pt x="151805" y="161923"/>
                    </a:lnTo>
                    <a:cubicBezTo>
                      <a:pt x="157394" y="161923"/>
                      <a:pt x="161925" y="166454"/>
                      <a:pt x="161925" y="172043"/>
                    </a:cubicBezTo>
                    <a:close/>
                    <a:moveTo>
                      <a:pt x="151805" y="121442"/>
                    </a:moveTo>
                    <a:lnTo>
                      <a:pt x="70842" y="121442"/>
                    </a:lnTo>
                    <a:cubicBezTo>
                      <a:pt x="65253" y="121442"/>
                      <a:pt x="60722" y="125973"/>
                      <a:pt x="60722" y="131562"/>
                    </a:cubicBezTo>
                    <a:cubicBezTo>
                      <a:pt x="60722" y="137152"/>
                      <a:pt x="65253" y="141683"/>
                      <a:pt x="70842" y="141683"/>
                    </a:cubicBezTo>
                    <a:lnTo>
                      <a:pt x="151805" y="141683"/>
                    </a:lnTo>
                    <a:cubicBezTo>
                      <a:pt x="157394" y="141683"/>
                      <a:pt x="161925" y="137152"/>
                      <a:pt x="161925" y="131562"/>
                    </a:cubicBezTo>
                    <a:cubicBezTo>
                      <a:pt x="161925" y="125973"/>
                      <a:pt x="157394" y="121442"/>
                      <a:pt x="151805" y="121442"/>
                    </a:cubicBezTo>
                    <a:close/>
                    <a:moveTo>
                      <a:pt x="222647" y="40479"/>
                    </a:moveTo>
                    <a:lnTo>
                      <a:pt x="222647" y="253006"/>
                    </a:lnTo>
                    <a:cubicBezTo>
                      <a:pt x="222647" y="264185"/>
                      <a:pt x="213585" y="273247"/>
                      <a:pt x="202406" y="273247"/>
                    </a:cubicBezTo>
                    <a:lnTo>
                      <a:pt x="20241" y="273247"/>
                    </a:lnTo>
                    <a:cubicBezTo>
                      <a:pt x="9062" y="273247"/>
                      <a:pt x="0" y="264185"/>
                      <a:pt x="0" y="253006"/>
                    </a:cubicBezTo>
                    <a:lnTo>
                      <a:pt x="0" y="40479"/>
                    </a:lnTo>
                    <a:cubicBezTo>
                      <a:pt x="0" y="29301"/>
                      <a:pt x="9062" y="20239"/>
                      <a:pt x="20241" y="20239"/>
                    </a:cubicBezTo>
                    <a:lnTo>
                      <a:pt x="66111" y="20239"/>
                    </a:lnTo>
                    <a:cubicBezTo>
                      <a:pt x="77612" y="7362"/>
                      <a:pt x="94058" y="0"/>
                      <a:pt x="111323" y="0"/>
                    </a:cubicBezTo>
                    <a:cubicBezTo>
                      <a:pt x="128589" y="0"/>
                      <a:pt x="145035" y="7362"/>
                      <a:pt x="156536" y="20239"/>
                    </a:cubicBezTo>
                    <a:lnTo>
                      <a:pt x="202406" y="20239"/>
                    </a:lnTo>
                    <a:cubicBezTo>
                      <a:pt x="213585" y="20239"/>
                      <a:pt x="222647" y="29301"/>
                      <a:pt x="222647" y="40479"/>
                    </a:cubicBezTo>
                    <a:close/>
                    <a:moveTo>
                      <a:pt x="70842" y="60720"/>
                    </a:moveTo>
                    <a:lnTo>
                      <a:pt x="151805" y="60720"/>
                    </a:lnTo>
                    <a:cubicBezTo>
                      <a:pt x="151805" y="38363"/>
                      <a:pt x="133681" y="20239"/>
                      <a:pt x="111323" y="20239"/>
                    </a:cubicBezTo>
                    <a:cubicBezTo>
                      <a:pt x="88966" y="20239"/>
                      <a:pt x="70842" y="38363"/>
                      <a:pt x="70842" y="60720"/>
                    </a:cubicBezTo>
                    <a:close/>
                    <a:moveTo>
                      <a:pt x="202406" y="40479"/>
                    </a:moveTo>
                    <a:lnTo>
                      <a:pt x="168566" y="40479"/>
                    </a:lnTo>
                    <a:cubicBezTo>
                      <a:pt x="170869" y="46979"/>
                      <a:pt x="172045" y="53824"/>
                      <a:pt x="172045" y="60720"/>
                    </a:cubicBezTo>
                    <a:lnTo>
                      <a:pt x="172045" y="70840"/>
                    </a:lnTo>
                    <a:cubicBezTo>
                      <a:pt x="172045" y="76430"/>
                      <a:pt x="167514" y="80961"/>
                      <a:pt x="161925" y="80961"/>
                    </a:cubicBezTo>
                    <a:lnTo>
                      <a:pt x="60722" y="80961"/>
                    </a:lnTo>
                    <a:cubicBezTo>
                      <a:pt x="55133" y="80961"/>
                      <a:pt x="50602" y="76430"/>
                      <a:pt x="50602" y="70840"/>
                    </a:cubicBezTo>
                    <a:lnTo>
                      <a:pt x="50602" y="60720"/>
                    </a:lnTo>
                    <a:cubicBezTo>
                      <a:pt x="50602" y="53824"/>
                      <a:pt x="51778" y="46979"/>
                      <a:pt x="54080" y="40479"/>
                    </a:cubicBezTo>
                    <a:lnTo>
                      <a:pt x="20241" y="40479"/>
                    </a:lnTo>
                    <a:lnTo>
                      <a:pt x="20241" y="253006"/>
                    </a:lnTo>
                    <a:lnTo>
                      <a:pt x="202406" y="25300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197090" y="1596390"/>
              <a:ext cx="32891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`SKILL.md` 要写清楚什么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743700" y="2264092"/>
              <a:ext cx="4286250" cy="2841308"/>
              <a:chOff x="6743700" y="2264092"/>
              <a:chExt cx="4286250" cy="2841308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6800850" y="2266950"/>
                <a:ext cx="152400" cy="152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088505" y="2264092"/>
                <a:ext cx="20651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什么时候触发这个 skill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800850" y="2724150"/>
                <a:ext cx="152400" cy="152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088505" y="2721292"/>
                <a:ext cx="27946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请求如何分类，默认走哪条路径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00850" y="3181350"/>
                <a:ext cx="152400" cy="152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88505" y="3178492"/>
                <a:ext cx="22031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编辑前必须检查哪些事实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6800850" y="3638550"/>
                <a:ext cx="152400" cy="152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088505" y="3635692"/>
                <a:ext cx="29918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哪些信息要问用户，哪些自己推断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6800850" y="4095750"/>
                <a:ext cx="152400" cy="152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088505" y="4092892"/>
                <a:ext cx="24003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实现、验证和最终响应格式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743700" y="4686300"/>
                <a:ext cx="428625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36105" y="480726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写边界，比写能力更重要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22922" y="6406991"/>
            <a:ext cx="10986278" cy="167640"/>
            <a:chOff x="522922" y="6406991"/>
            <a:chExt cx="10986278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06991"/>
              <a:ext cx="2960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playwright-skill/README.md and SKILL.md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14722" y="64069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5070196" cy="641984"/>
            <a:chOff x="501015" y="239078"/>
            <a:chExt cx="5070196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50701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References 与脚本开发规范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50106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一个可维护 Skill，需要“可读的判断规则”和“可重复的执行动作”同时存在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1257300"/>
            <a:ext cx="11125200" cy="4000500"/>
            <a:chOff x="533400" y="1257300"/>
            <a:chExt cx="11125200" cy="40005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2514600" cy="4000500"/>
            </a:xfrm>
            <a:prstGeom prst="roundRect">
              <a:avLst>
                <a:gd name="adj" fmla="val 530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0822" y="1668066"/>
              <a:ext cx="316706" cy="271462"/>
              <a:chOff x="860822" y="1668066"/>
              <a:chExt cx="316706" cy="27146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9175" y="1679377"/>
                <a:ext cx="147042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147042" h="248841">
                    <a:moveTo>
                      <a:pt x="147042" y="11311"/>
                    </a:moveTo>
                    <a:lnTo>
                      <a:pt x="147042" y="192286"/>
                    </a:lnTo>
                    <a:cubicBezTo>
                      <a:pt x="147042" y="198533"/>
                      <a:pt x="141978" y="203597"/>
                      <a:pt x="135731" y="203597"/>
                    </a:cubicBezTo>
                    <a:lnTo>
                      <a:pt x="45244" y="203597"/>
                    </a:lnTo>
                    <a:cubicBezTo>
                      <a:pt x="20256" y="203597"/>
                      <a:pt x="0" y="223853"/>
                      <a:pt x="0" y="248841"/>
                    </a:cubicBez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lnTo>
                      <a:pt x="135731" y="0"/>
                    </a:lnTo>
                    <a:cubicBezTo>
                      <a:pt x="141978" y="0"/>
                      <a:pt x="147042" y="5064"/>
                      <a:pt x="147042" y="11311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0822" y="1668066"/>
                <a:ext cx="316706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271462">
                    <a:moveTo>
                      <a:pt x="294084" y="0"/>
                    </a:moveTo>
                    <a:lnTo>
                      <a:pt x="203597" y="0"/>
                    </a:lnTo>
                    <a:cubicBezTo>
                      <a:pt x="185796" y="0"/>
                      <a:pt x="169034" y="8381"/>
                      <a:pt x="158353" y="22622"/>
                    </a:cubicBezTo>
                    <a:cubicBezTo>
                      <a:pt x="147673" y="8381"/>
                      <a:pt x="130910" y="0"/>
                      <a:pt x="113109" y="0"/>
                    </a:cubicBezTo>
                    <a:lnTo>
                      <a:pt x="22622" y="0"/>
                    </a:lnTo>
                    <a:cubicBezTo>
                      <a:pt x="10128" y="0"/>
                      <a:pt x="0" y="10128"/>
                      <a:pt x="0" y="22622"/>
                    </a:cubicBezTo>
                    <a:lnTo>
                      <a:pt x="0" y="203597"/>
                    </a:lnTo>
                    <a:cubicBezTo>
                      <a:pt x="0" y="216091"/>
                      <a:pt x="10128" y="226219"/>
                      <a:pt x="22622" y="226219"/>
                    </a:cubicBezTo>
                    <a:lnTo>
                      <a:pt x="113109" y="226219"/>
                    </a:lnTo>
                    <a:cubicBezTo>
                      <a:pt x="131850" y="226219"/>
                      <a:pt x="147042" y="241411"/>
                      <a:pt x="147042" y="260152"/>
                    </a:cubicBezTo>
                    <a:cubicBezTo>
                      <a:pt x="147042" y="266398"/>
                      <a:pt x="152106" y="271462"/>
                      <a:pt x="158353" y="271462"/>
                    </a:cubicBezTo>
                    <a:cubicBezTo>
                      <a:pt x="164600" y="271462"/>
                      <a:pt x="169664" y="266398"/>
                      <a:pt x="169664" y="260152"/>
                    </a:cubicBezTo>
                    <a:cubicBezTo>
                      <a:pt x="169664" y="241411"/>
                      <a:pt x="184856" y="226219"/>
                      <a:pt x="203597" y="226219"/>
                    </a:cubicBezTo>
                    <a:lnTo>
                      <a:pt x="294084" y="226219"/>
                    </a:lnTo>
                    <a:cubicBezTo>
                      <a:pt x="306578" y="226219"/>
                      <a:pt x="316706" y="216091"/>
                      <a:pt x="316706" y="203597"/>
                    </a:cubicBezTo>
                    <a:lnTo>
                      <a:pt x="316706" y="22622"/>
                    </a:lnTo>
                    <a:cubicBezTo>
                      <a:pt x="316706" y="10128"/>
                      <a:pt x="306578" y="0"/>
                      <a:pt x="294084" y="0"/>
                    </a:cubicBezTo>
                    <a:close/>
                    <a:moveTo>
                      <a:pt x="113109" y="203597"/>
                    </a:moveTo>
                    <a:lnTo>
                      <a:pt x="22622" y="203597"/>
                    </a:lnTo>
                    <a:lnTo>
                      <a:pt x="22622" y="22622"/>
                    </a:lnTo>
                    <a:lnTo>
                      <a:pt x="113109" y="22622"/>
                    </a:lnTo>
                    <a:cubicBezTo>
                      <a:pt x="131850" y="22622"/>
                      <a:pt x="147042" y="37814"/>
                      <a:pt x="147042" y="56555"/>
                    </a:cubicBezTo>
                    <a:lnTo>
                      <a:pt x="147042" y="214908"/>
                    </a:lnTo>
                    <a:cubicBezTo>
                      <a:pt x="137262" y="207548"/>
                      <a:pt x="125349" y="203577"/>
                      <a:pt x="113109" y="203597"/>
                    </a:cubicBezTo>
                    <a:close/>
                    <a:moveTo>
                      <a:pt x="294084" y="203597"/>
                    </a:moveTo>
                    <a:lnTo>
                      <a:pt x="203597" y="203597"/>
                    </a:lnTo>
                    <a:cubicBezTo>
                      <a:pt x="191357" y="203577"/>
                      <a:pt x="179444" y="207548"/>
                      <a:pt x="169664" y="214908"/>
                    </a:cubicBezTo>
                    <a:lnTo>
                      <a:pt x="169664" y="56555"/>
                    </a:lnTo>
                    <a:cubicBezTo>
                      <a:pt x="169664" y="37814"/>
                      <a:pt x="184856" y="22622"/>
                      <a:pt x="203597" y="22622"/>
                    </a:cubicBezTo>
                    <a:lnTo>
                      <a:pt x="294084" y="22622"/>
                    </a:lnTo>
                    <a:close/>
                    <a:moveTo>
                      <a:pt x="203597" y="56555"/>
                    </a:moveTo>
                    <a:lnTo>
                      <a:pt x="260152" y="56555"/>
                    </a:lnTo>
                    <a:cubicBezTo>
                      <a:pt x="266398" y="56555"/>
                      <a:pt x="271462" y="61619"/>
                      <a:pt x="271462" y="67866"/>
                    </a:cubicBezTo>
                    <a:cubicBezTo>
                      <a:pt x="271462" y="74112"/>
                      <a:pt x="266398" y="79177"/>
                      <a:pt x="260152" y="79177"/>
                    </a:cubicBezTo>
                    <a:lnTo>
                      <a:pt x="203597" y="79177"/>
                    </a:lnTo>
                    <a:cubicBezTo>
                      <a:pt x="197350" y="79177"/>
                      <a:pt x="192286" y="74112"/>
                      <a:pt x="192286" y="67866"/>
                    </a:cubicBezTo>
                    <a:cubicBezTo>
                      <a:pt x="192286" y="61619"/>
                      <a:pt x="197350" y="56555"/>
                      <a:pt x="203597" y="56555"/>
                    </a:cubicBezTo>
                    <a:close/>
                    <a:moveTo>
                      <a:pt x="271462" y="113109"/>
                    </a:moveTo>
                    <a:cubicBezTo>
                      <a:pt x="271462" y="119356"/>
                      <a:pt x="266398" y="124420"/>
                      <a:pt x="260152" y="124420"/>
                    </a:cubicBezTo>
                    <a:lnTo>
                      <a:pt x="203597" y="124420"/>
                    </a:lnTo>
                    <a:cubicBezTo>
                      <a:pt x="197350" y="124420"/>
                      <a:pt x="192286" y="119356"/>
                      <a:pt x="192286" y="113109"/>
                    </a:cubicBezTo>
                    <a:cubicBezTo>
                      <a:pt x="192286" y="106863"/>
                      <a:pt x="197350" y="101798"/>
                      <a:pt x="203597" y="101798"/>
                    </a:cubicBezTo>
                    <a:lnTo>
                      <a:pt x="260152" y="101798"/>
                    </a:lnTo>
                    <a:cubicBezTo>
                      <a:pt x="266398" y="101798"/>
                      <a:pt x="271462" y="106863"/>
                      <a:pt x="271462" y="113109"/>
                    </a:cubicBezTo>
                    <a:close/>
                    <a:moveTo>
                      <a:pt x="271462" y="158353"/>
                    </a:moveTo>
                    <a:cubicBezTo>
                      <a:pt x="271462" y="164600"/>
                      <a:pt x="266398" y="169664"/>
                      <a:pt x="260152" y="169664"/>
                    </a:cubicBezTo>
                    <a:lnTo>
                      <a:pt x="203597" y="169664"/>
                    </a:lnTo>
                    <a:cubicBezTo>
                      <a:pt x="197350" y="169664"/>
                      <a:pt x="192286" y="164600"/>
                      <a:pt x="192286" y="158353"/>
                    </a:cubicBezTo>
                    <a:cubicBezTo>
                      <a:pt x="192286" y="152106"/>
                      <a:pt x="197350" y="147042"/>
                      <a:pt x="203597" y="147042"/>
                    </a:cubicBezTo>
                    <a:lnTo>
                      <a:pt x="260152" y="147042"/>
                    </a:lnTo>
                    <a:cubicBezTo>
                      <a:pt x="266398" y="147042"/>
                      <a:pt x="271462" y="152106"/>
                      <a:pt x="271462" y="15835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15340" y="2053590"/>
              <a:ext cx="1563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References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055" y="25403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小专题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055" y="28832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可独立读取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226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避免主入口膨胀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4210050"/>
              <a:ext cx="154305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5365" y="43348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写判断规则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90900" y="1257300"/>
              <a:ext cx="2514600" cy="4000500"/>
            </a:xfrm>
            <a:prstGeom prst="roundRect">
              <a:avLst>
                <a:gd name="adj" fmla="val 530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716766" y="1621212"/>
              <a:ext cx="308062" cy="308116"/>
              <a:chOff x="3716766" y="1621212"/>
              <a:chExt cx="308062" cy="30811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740944" y="1645444"/>
                <a:ext cx="226219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26219">
                    <a:moveTo>
                      <a:pt x="226219" y="113109"/>
                    </a:moveTo>
                    <a:cubicBezTo>
                      <a:pt x="226219" y="175578"/>
                      <a:pt x="175578" y="226219"/>
                      <a:pt x="113109" y="226219"/>
                    </a:cubicBezTo>
                    <a:cubicBezTo>
                      <a:pt x="50641" y="226219"/>
                      <a:pt x="0" y="175578"/>
                      <a:pt x="0" y="113109"/>
                    </a:cubicBezTo>
                    <a:cubicBezTo>
                      <a:pt x="0" y="50641"/>
                      <a:pt x="50641" y="0"/>
                      <a:pt x="113109" y="0"/>
                    </a:cubicBezTo>
                    <a:cubicBezTo>
                      <a:pt x="175578" y="0"/>
                      <a:pt x="226219" y="50641"/>
                      <a:pt x="226219" y="113109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716766" y="1621212"/>
                <a:ext cx="308062" cy="308116"/>
              </a:xfrm>
              <a:custGeom>
                <a:avLst/>
                <a:gdLst/>
                <a:ahLst/>
                <a:cxnLst/>
                <a:rect l="l" t="t" r="r" b="b"/>
                <a:pathLst>
                  <a:path w="308062" h="308116">
                    <a:moveTo>
                      <a:pt x="303642" y="287691"/>
                    </a:moveTo>
                    <a:lnTo>
                      <a:pt x="232864" y="216913"/>
                    </a:lnTo>
                    <a:cubicBezTo>
                      <a:pt x="275564" y="165702"/>
                      <a:pt x="270431" y="89962"/>
                      <a:pt x="221210" y="44981"/>
                    </a:cubicBezTo>
                    <a:cubicBezTo>
                      <a:pt x="171990" y="0"/>
                      <a:pt x="96095" y="1690"/>
                      <a:pt x="48926" y="48818"/>
                    </a:cubicBezTo>
                    <a:cubicBezTo>
                      <a:pt x="1757" y="95945"/>
                      <a:pt x="0" y="171838"/>
                      <a:pt x="44937" y="221098"/>
                    </a:cubicBezTo>
                    <a:cubicBezTo>
                      <a:pt x="89875" y="270358"/>
                      <a:pt x="165610" y="275559"/>
                      <a:pt x="216859" y="232904"/>
                    </a:cubicBezTo>
                    <a:lnTo>
                      <a:pt x="287637" y="303696"/>
                    </a:lnTo>
                    <a:cubicBezTo>
                      <a:pt x="292057" y="308116"/>
                      <a:pt x="299223" y="308116"/>
                      <a:pt x="303642" y="303696"/>
                    </a:cubicBezTo>
                    <a:cubicBezTo>
                      <a:pt x="308062" y="299277"/>
                      <a:pt x="308062" y="292111"/>
                      <a:pt x="303642" y="287691"/>
                    </a:cubicBezTo>
                    <a:close/>
                    <a:moveTo>
                      <a:pt x="35488" y="137341"/>
                    </a:moveTo>
                    <a:cubicBezTo>
                      <a:pt x="35488" y="81119"/>
                      <a:pt x="81065" y="35542"/>
                      <a:pt x="137287" y="35542"/>
                    </a:cubicBezTo>
                    <a:cubicBezTo>
                      <a:pt x="193509" y="35542"/>
                      <a:pt x="239085" y="81119"/>
                      <a:pt x="239085" y="137341"/>
                    </a:cubicBezTo>
                    <a:cubicBezTo>
                      <a:pt x="239085" y="193562"/>
                      <a:pt x="193509" y="239139"/>
                      <a:pt x="137287" y="239139"/>
                    </a:cubicBezTo>
                    <a:cubicBezTo>
                      <a:pt x="81091" y="239077"/>
                      <a:pt x="35551" y="193537"/>
                      <a:pt x="35488" y="137341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672840" y="20535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Inspect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78555" y="254031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78555" y="28832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可反复运行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78555" y="32261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输出结构清晰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95700" y="4210050"/>
              <a:ext cx="163830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72865" y="43348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减少猜测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1257300"/>
              <a:ext cx="2514600" cy="4000500"/>
            </a:xfrm>
            <a:prstGeom prst="roundRect">
              <a:avLst>
                <a:gd name="adj" fmla="val 530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587133" y="1656755"/>
              <a:ext cx="294084" cy="248841"/>
              <a:chOff x="6587133" y="1656755"/>
              <a:chExt cx="294084" cy="24884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598444" y="1668066"/>
                <a:ext cx="271462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26219">
                    <a:moveTo>
                      <a:pt x="271462" y="11311"/>
                    </a:moveTo>
                    <a:lnTo>
                      <a:pt x="271462" y="214908"/>
                    </a:lnTo>
                    <a:cubicBezTo>
                      <a:pt x="271462" y="221155"/>
                      <a:pt x="266398" y="226219"/>
                      <a:pt x="260152" y="226219"/>
                    </a:cubicBezTo>
                    <a:lnTo>
                      <a:pt x="11311" y="226219"/>
                    </a:lnTo>
                    <a:cubicBezTo>
                      <a:pt x="5064" y="226219"/>
                      <a:pt x="0" y="221155"/>
                      <a:pt x="0" y="214908"/>
                    </a:cubicBezTo>
                    <a:lnTo>
                      <a:pt x="0" y="11311"/>
                    </a:lnTo>
                    <a:cubicBezTo>
                      <a:pt x="0" y="5064"/>
                      <a:pt x="5064" y="0"/>
                      <a:pt x="11311" y="0"/>
                    </a:cubicBezTo>
                    <a:lnTo>
                      <a:pt x="260152" y="0"/>
                    </a:lnTo>
                    <a:cubicBezTo>
                      <a:pt x="266398" y="0"/>
                      <a:pt x="271462" y="5064"/>
                      <a:pt x="271462" y="11311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87133" y="1656755"/>
                <a:ext cx="294084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294084" h="248841">
                    <a:moveTo>
                      <a:pt x="147042" y="124420"/>
                    </a:moveTo>
                    <a:cubicBezTo>
                      <a:pt x="147044" y="127857"/>
                      <a:pt x="145484" y="131109"/>
                      <a:pt x="142801" y="133257"/>
                    </a:cubicBezTo>
                    <a:lnTo>
                      <a:pt x="86246" y="178501"/>
                    </a:lnTo>
                    <a:cubicBezTo>
                      <a:pt x="81366" y="182405"/>
                      <a:pt x="74244" y="181614"/>
                      <a:pt x="70340" y="176733"/>
                    </a:cubicBezTo>
                    <a:cubicBezTo>
                      <a:pt x="66436" y="171853"/>
                      <a:pt x="67227" y="164732"/>
                      <a:pt x="72107" y="160827"/>
                    </a:cubicBezTo>
                    <a:lnTo>
                      <a:pt x="117620" y="124420"/>
                    </a:lnTo>
                    <a:lnTo>
                      <a:pt x="72107" y="88013"/>
                    </a:lnTo>
                    <a:cubicBezTo>
                      <a:pt x="67227" y="84109"/>
                      <a:pt x="66436" y="76988"/>
                      <a:pt x="70340" y="72107"/>
                    </a:cubicBezTo>
                    <a:cubicBezTo>
                      <a:pt x="74244" y="67227"/>
                      <a:pt x="81366" y="66436"/>
                      <a:pt x="86246" y="70340"/>
                    </a:cubicBezTo>
                    <a:lnTo>
                      <a:pt x="142801" y="115584"/>
                    </a:lnTo>
                    <a:cubicBezTo>
                      <a:pt x="145484" y="117732"/>
                      <a:pt x="147044" y="120983"/>
                      <a:pt x="147042" y="124420"/>
                    </a:cubicBezTo>
                    <a:close/>
                    <a:moveTo>
                      <a:pt x="214908" y="158353"/>
                    </a:moveTo>
                    <a:lnTo>
                      <a:pt x="158353" y="158353"/>
                    </a:lnTo>
                    <a:cubicBezTo>
                      <a:pt x="152106" y="158353"/>
                      <a:pt x="147042" y="163417"/>
                      <a:pt x="147042" y="169664"/>
                    </a:cubicBezTo>
                    <a:cubicBezTo>
                      <a:pt x="147042" y="175911"/>
                      <a:pt x="152106" y="180975"/>
                      <a:pt x="158353" y="180975"/>
                    </a:cubicBezTo>
                    <a:lnTo>
                      <a:pt x="214908" y="180975"/>
                    </a:lnTo>
                    <a:cubicBezTo>
                      <a:pt x="221155" y="180975"/>
                      <a:pt x="226219" y="175911"/>
                      <a:pt x="226219" y="169664"/>
                    </a:cubicBezTo>
                    <a:cubicBezTo>
                      <a:pt x="226219" y="163417"/>
                      <a:pt x="221155" y="158353"/>
                      <a:pt x="214908" y="158353"/>
                    </a:cubicBezTo>
                    <a:close/>
                    <a:moveTo>
                      <a:pt x="294084" y="22622"/>
                    </a:moveTo>
                    <a:lnTo>
                      <a:pt x="294084" y="226219"/>
                    </a:lnTo>
                    <a:cubicBezTo>
                      <a:pt x="294084" y="238712"/>
                      <a:pt x="283956" y="248841"/>
                      <a:pt x="271462" y="248841"/>
                    </a:cubicBezTo>
                    <a:lnTo>
                      <a:pt x="22622" y="248841"/>
                    </a:lnTo>
                    <a:cubicBezTo>
                      <a:pt x="10128" y="248841"/>
                      <a:pt x="0" y="238712"/>
                      <a:pt x="0" y="226219"/>
                    </a:cubicBezTo>
                    <a:lnTo>
                      <a:pt x="0" y="22622"/>
                    </a:lnTo>
                    <a:cubicBezTo>
                      <a:pt x="0" y="10128"/>
                      <a:pt x="10128" y="0"/>
                      <a:pt x="22622" y="0"/>
                    </a:cubicBezTo>
                    <a:lnTo>
                      <a:pt x="271462" y="0"/>
                    </a:lnTo>
                    <a:cubicBezTo>
                      <a:pt x="283956" y="0"/>
                      <a:pt x="294084" y="10128"/>
                      <a:pt x="294084" y="22622"/>
                    </a:cubicBezTo>
                    <a:close/>
                    <a:moveTo>
                      <a:pt x="271462" y="226219"/>
                    </a:moveTo>
                    <a:lnTo>
                      <a:pt x="271462" y="22622"/>
                    </a:lnTo>
                    <a:lnTo>
                      <a:pt x="22622" y="22622"/>
                    </a:lnTo>
                    <a:lnTo>
                      <a:pt x="22622" y="226219"/>
                    </a:lnTo>
                    <a:lnTo>
                      <a:pt x="271462" y="226219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530340" y="2053590"/>
              <a:ext cx="11912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Scaffold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36055" y="25403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不覆盖已有文件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36055" y="288321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不安装依赖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6055" y="32261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尊重包管理器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210050"/>
              <a:ext cx="1581150" cy="361950"/>
            </a:xfrm>
            <a:prstGeom prst="roundRect">
              <a:avLst>
                <a:gd name="adj" fmla="val 21053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0365" y="43348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可重复创建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05900" y="1257300"/>
              <a:ext cx="2552700" cy="4000500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55944" y="1656755"/>
              <a:ext cx="271462" cy="283159"/>
              <a:chOff x="9455944" y="1656755"/>
              <a:chExt cx="271462" cy="28315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467255" y="1668066"/>
                <a:ext cx="248841" cy="260321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260321">
                    <a:moveTo>
                      <a:pt x="248841" y="11311"/>
                    </a:moveTo>
                    <a:lnTo>
                      <a:pt x="248841" y="94404"/>
                    </a:lnTo>
                    <a:cubicBezTo>
                      <a:pt x="248841" y="213423"/>
                      <a:pt x="148018" y="252856"/>
                      <a:pt x="127898" y="259544"/>
                    </a:cubicBezTo>
                    <a:cubicBezTo>
                      <a:pt x="125645" y="260321"/>
                      <a:pt x="123196" y="260321"/>
                      <a:pt x="120942" y="259544"/>
                    </a:cubicBezTo>
                    <a:cubicBezTo>
                      <a:pt x="100823" y="252884"/>
                      <a:pt x="0" y="213494"/>
                      <a:pt x="0" y="94432"/>
                    </a:cubicBezTo>
                    <a:lnTo>
                      <a:pt x="0" y="11311"/>
                    </a:lnTo>
                    <a:cubicBezTo>
                      <a:pt x="0" y="5064"/>
                      <a:pt x="5064" y="0"/>
                      <a:pt x="11311" y="0"/>
                    </a:cubicBezTo>
                    <a:lnTo>
                      <a:pt x="237530" y="0"/>
                    </a:lnTo>
                    <a:cubicBezTo>
                      <a:pt x="243777" y="0"/>
                      <a:pt x="248841" y="5064"/>
                      <a:pt x="248841" y="11311"/>
                    </a:cubicBez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55944" y="1656755"/>
                <a:ext cx="271462" cy="283159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83159">
                    <a:moveTo>
                      <a:pt x="248841" y="0"/>
                    </a:moveTo>
                    <a:lnTo>
                      <a:pt x="22622" y="0"/>
                    </a:lnTo>
                    <a:cubicBezTo>
                      <a:pt x="10128" y="0"/>
                      <a:pt x="0" y="10128"/>
                      <a:pt x="0" y="22622"/>
                    </a:cubicBezTo>
                    <a:lnTo>
                      <a:pt x="0" y="105729"/>
                    </a:lnTo>
                    <a:cubicBezTo>
                      <a:pt x="0" y="232426"/>
                      <a:pt x="107199" y="274460"/>
                      <a:pt x="128662" y="281600"/>
                    </a:cubicBezTo>
                    <a:cubicBezTo>
                      <a:pt x="133246" y="283159"/>
                      <a:pt x="138217" y="283159"/>
                      <a:pt x="142801" y="281600"/>
                    </a:cubicBezTo>
                    <a:cubicBezTo>
                      <a:pt x="164291" y="274460"/>
                      <a:pt x="271462" y="232426"/>
                      <a:pt x="271462" y="105729"/>
                    </a:cubicBezTo>
                    <a:lnTo>
                      <a:pt x="271462" y="22622"/>
                    </a:lnTo>
                    <a:cubicBezTo>
                      <a:pt x="271462" y="10128"/>
                      <a:pt x="261334" y="0"/>
                      <a:pt x="248841" y="0"/>
                    </a:cubicBezTo>
                    <a:close/>
                    <a:moveTo>
                      <a:pt x="248841" y="105743"/>
                    </a:moveTo>
                    <a:cubicBezTo>
                      <a:pt x="248841" y="216619"/>
                      <a:pt x="155031" y="253662"/>
                      <a:pt x="135731" y="260109"/>
                    </a:cubicBezTo>
                    <a:cubicBezTo>
                      <a:pt x="116602" y="253733"/>
                      <a:pt x="22622" y="216718"/>
                      <a:pt x="22622" y="105743"/>
                    </a:cubicBezTo>
                    <a:lnTo>
                      <a:pt x="22622" y="22622"/>
                    </a:lnTo>
                    <a:lnTo>
                      <a:pt x="248841" y="22622"/>
                    </a:lnTo>
                    <a:close/>
                    <a:moveTo>
                      <a:pt x="71174" y="143734"/>
                    </a:moveTo>
                    <a:cubicBezTo>
                      <a:pt x="66754" y="139314"/>
                      <a:pt x="66754" y="132148"/>
                      <a:pt x="71174" y="127729"/>
                    </a:cubicBezTo>
                    <a:cubicBezTo>
                      <a:pt x="75594" y="123309"/>
                      <a:pt x="82759" y="123309"/>
                      <a:pt x="87179" y="127729"/>
                    </a:cubicBezTo>
                    <a:lnTo>
                      <a:pt x="113109" y="153659"/>
                    </a:lnTo>
                    <a:lnTo>
                      <a:pt x="184283" y="82485"/>
                    </a:lnTo>
                    <a:cubicBezTo>
                      <a:pt x="188703" y="78065"/>
                      <a:pt x="195869" y="78065"/>
                      <a:pt x="200288" y="82485"/>
                    </a:cubicBezTo>
                    <a:cubicBezTo>
                      <a:pt x="204708" y="86905"/>
                      <a:pt x="204708" y="94070"/>
                      <a:pt x="200288" y="98490"/>
                    </a:cubicBezTo>
                    <a:lnTo>
                      <a:pt x="121112" y="177667"/>
                    </a:lnTo>
                    <a:cubicBezTo>
                      <a:pt x="118990" y="179790"/>
                      <a:pt x="116111" y="180984"/>
                      <a:pt x="113109" y="180984"/>
                    </a:cubicBezTo>
                    <a:cubicBezTo>
                      <a:pt x="110107" y="180984"/>
                      <a:pt x="107228" y="179790"/>
                      <a:pt x="105107" y="177667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387840" y="205359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规范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93555" y="2540318"/>
              <a:ext cx="16412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不硬编码 secrets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3555" y="288321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优先用户可见断言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93555" y="32261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失败产物可追溯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10700" y="4210050"/>
              <a:ext cx="1581150" cy="361950"/>
            </a:xfrm>
            <a:prstGeom prst="roundRect">
              <a:avLst>
                <a:gd name="adj" fmla="val 210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87865" y="43348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安全默认值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71650" y="5676900"/>
            <a:ext cx="8648700" cy="438150"/>
            <a:chOff x="1771650" y="5676900"/>
            <a:chExt cx="8648700" cy="438150"/>
          </a:xfrm>
        </p:grpSpPr>
        <p:sp>
          <p:nvSpPr>
            <p:cNvPr id="49" name="Rectangle 49"/>
            <p:cNvSpPr/>
            <p:nvPr/>
          </p:nvSpPr>
          <p:spPr>
            <a:xfrm>
              <a:off x="1771650" y="5676900"/>
              <a:ext cx="8648700" cy="438150"/>
            </a:xfrm>
            <a:prstGeom prst="roundRect">
              <a:avLst>
                <a:gd name="adj" fmla="val 21739"/>
              </a:avLst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135505" y="5816918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开发口诀：先把判断写成文档，再把重复动作写成脚本，最后把响应写成契约。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2922" y="6406991"/>
            <a:ext cx="10956155" cy="167640"/>
            <a:chOff x="522922" y="6406991"/>
            <a:chExt cx="10956155" cy="167640"/>
          </a:xfrm>
        </p:grpSpPr>
        <p:sp>
          <p:nvSpPr>
            <p:cNvPr id="52" name="TextBox 52"/>
            <p:cNvSpPr txBox="1"/>
            <p:nvPr/>
          </p:nvSpPr>
          <p:spPr>
            <a:xfrm>
              <a:off x="522922" y="6406991"/>
              <a:ext cx="24066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references/*.md, scripts/*.sh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14722" y="64069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6047818" cy="641984"/>
            <a:chOff x="501015" y="239078"/>
            <a:chExt cx="6047818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60478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三、Skill 使用方法：从安装到报告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059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用户只说目标，Skill 负责检查项目、选择路径、实现并验证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181100"/>
            <a:ext cx="12297680" cy="1200150"/>
            <a:chOff x="533400" y="1181100"/>
            <a:chExt cx="12297680" cy="1200150"/>
          </a:xfrm>
        </p:grpSpPr>
        <p:sp>
          <p:nvSpPr>
            <p:cNvPr id="8" name="Rectangle 8"/>
            <p:cNvSpPr/>
            <p:nvPr/>
          </p:nvSpPr>
          <p:spPr>
            <a:xfrm>
              <a:off x="533400" y="1181100"/>
              <a:ext cx="5410200" cy="12001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49511" y="1517452"/>
              <a:ext cx="263128" cy="222647"/>
              <a:chOff x="849511" y="1517452"/>
              <a:chExt cx="263128" cy="2226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9631" y="1527572"/>
                <a:ext cx="24288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02406">
                    <a:moveTo>
                      <a:pt x="242888" y="10120"/>
                    </a:moveTo>
                    <a:lnTo>
                      <a:pt x="242888" y="192286"/>
                    </a:lnTo>
                    <a:cubicBezTo>
                      <a:pt x="242888" y="197875"/>
                      <a:pt x="238356" y="202406"/>
                      <a:pt x="232767" y="202406"/>
                    </a:cubicBezTo>
                    <a:lnTo>
                      <a:pt x="10120" y="202406"/>
                    </a:lnTo>
                    <a:cubicBezTo>
                      <a:pt x="4531" y="202406"/>
                      <a:pt x="0" y="197875"/>
                      <a:pt x="0" y="192286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232767" y="0"/>
                    </a:lnTo>
                    <a:cubicBezTo>
                      <a:pt x="238356" y="0"/>
                      <a:pt x="242888" y="4531"/>
                      <a:pt x="242888" y="10120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9511" y="1517452"/>
                <a:ext cx="263128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22647">
                    <a:moveTo>
                      <a:pt x="131564" y="111323"/>
                    </a:moveTo>
                    <a:cubicBezTo>
                      <a:pt x="131566" y="114399"/>
                      <a:pt x="130170" y="117308"/>
                      <a:pt x="127769" y="119230"/>
                    </a:cubicBezTo>
                    <a:lnTo>
                      <a:pt x="77167" y="159711"/>
                    </a:lnTo>
                    <a:cubicBezTo>
                      <a:pt x="72801" y="163204"/>
                      <a:pt x="66429" y="162497"/>
                      <a:pt x="62936" y="158130"/>
                    </a:cubicBezTo>
                    <a:cubicBezTo>
                      <a:pt x="59442" y="153763"/>
                      <a:pt x="60150" y="147392"/>
                      <a:pt x="64517" y="143898"/>
                    </a:cubicBezTo>
                    <a:lnTo>
                      <a:pt x="105239" y="111323"/>
                    </a:lnTo>
                    <a:lnTo>
                      <a:pt x="64517" y="78749"/>
                    </a:lnTo>
                    <a:cubicBezTo>
                      <a:pt x="60150" y="75255"/>
                      <a:pt x="59442" y="68884"/>
                      <a:pt x="62936" y="64517"/>
                    </a:cubicBezTo>
                    <a:cubicBezTo>
                      <a:pt x="66429" y="60150"/>
                      <a:pt x="72801" y="59442"/>
                      <a:pt x="77167" y="62936"/>
                    </a:cubicBezTo>
                    <a:lnTo>
                      <a:pt x="127769" y="103417"/>
                    </a:lnTo>
                    <a:cubicBezTo>
                      <a:pt x="130170" y="105339"/>
                      <a:pt x="131566" y="108248"/>
                      <a:pt x="131564" y="111323"/>
                    </a:cubicBezTo>
                    <a:close/>
                    <a:moveTo>
                      <a:pt x="192286" y="141684"/>
                    </a:moveTo>
                    <a:lnTo>
                      <a:pt x="141684" y="141684"/>
                    </a:lnTo>
                    <a:cubicBezTo>
                      <a:pt x="136095" y="141684"/>
                      <a:pt x="131564" y="146215"/>
                      <a:pt x="131564" y="151805"/>
                    </a:cubicBezTo>
                    <a:cubicBezTo>
                      <a:pt x="131564" y="157394"/>
                      <a:pt x="136095" y="161925"/>
                      <a:pt x="141684" y="161925"/>
                    </a:cubicBezTo>
                    <a:lnTo>
                      <a:pt x="192286" y="161925"/>
                    </a:lnTo>
                    <a:cubicBezTo>
                      <a:pt x="197875" y="161925"/>
                      <a:pt x="202406" y="157394"/>
                      <a:pt x="202406" y="151805"/>
                    </a:cubicBezTo>
                    <a:cubicBezTo>
                      <a:pt x="202406" y="146215"/>
                      <a:pt x="197875" y="141684"/>
                      <a:pt x="192286" y="141684"/>
                    </a:cubicBezTo>
                    <a:close/>
                    <a:moveTo>
                      <a:pt x="263128" y="20241"/>
                    </a:moveTo>
                    <a:lnTo>
                      <a:pt x="263128" y="202406"/>
                    </a:lnTo>
                    <a:cubicBezTo>
                      <a:pt x="263128" y="213585"/>
                      <a:pt x="254066" y="222647"/>
                      <a:pt x="242888" y="222647"/>
                    </a:cubicBezTo>
                    <a:lnTo>
                      <a:pt x="20241" y="222647"/>
                    </a:lnTo>
                    <a:cubicBezTo>
                      <a:pt x="9062" y="222647"/>
                      <a:pt x="0" y="213585"/>
                      <a:pt x="0" y="202406"/>
                    </a:cubicBezTo>
                    <a:lnTo>
                      <a:pt x="0" y="20241"/>
                    </a:lnTo>
                    <a:cubicBezTo>
                      <a:pt x="0" y="9062"/>
                      <a:pt x="9062" y="0"/>
                      <a:pt x="20241" y="0"/>
                    </a:cubicBezTo>
                    <a:lnTo>
                      <a:pt x="242888" y="0"/>
                    </a:lnTo>
                    <a:cubicBezTo>
                      <a:pt x="254066" y="0"/>
                      <a:pt x="263128" y="9062"/>
                      <a:pt x="263128" y="20241"/>
                    </a:cubicBezTo>
                    <a:close/>
                    <a:moveTo>
                      <a:pt x="242888" y="202406"/>
                    </a:moveTo>
                    <a:lnTo>
                      <a:pt x="242888" y="20241"/>
                    </a:lnTo>
                    <a:lnTo>
                      <a:pt x="20241" y="20241"/>
                    </a:lnTo>
                    <a:lnTo>
                      <a:pt x="20241" y="202406"/>
                    </a:lnTo>
                    <a:lnTo>
                      <a:pt x="242888" y="202406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59205" y="15116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5815" y="1925002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mkdir -p ~/.codex/skills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5815" y="215360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git clone ... ~/.codex/skills/playwright-skill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1181100"/>
              <a:ext cx="541020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584188" y="1476077"/>
              <a:ext cx="223705" cy="305396"/>
              <a:chOff x="6584188" y="1476077"/>
              <a:chExt cx="223705" cy="30539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594872" y="1487091"/>
                <a:ext cx="202406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83369">
                    <a:moveTo>
                      <a:pt x="60722" y="283369"/>
                    </a:moveTo>
                    <a:lnTo>
                      <a:pt x="80962" y="182166"/>
                    </a:lnTo>
                    <a:lnTo>
                      <a:pt x="0" y="151805"/>
                    </a:lnTo>
                    <a:lnTo>
                      <a:pt x="141684" y="0"/>
                    </a:lnTo>
                    <a:lnTo>
                      <a:pt x="121444" y="101203"/>
                    </a:lnTo>
                    <a:lnTo>
                      <a:pt x="202406" y="131564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584188" y="1476077"/>
                <a:ext cx="223705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23705" h="305396">
                    <a:moveTo>
                      <a:pt x="222945" y="140263"/>
                    </a:moveTo>
                    <a:cubicBezTo>
                      <a:pt x="222167" y="136969"/>
                      <a:pt x="219793" y="134281"/>
                      <a:pt x="216620" y="133103"/>
                    </a:cubicBezTo>
                    <a:lnTo>
                      <a:pt x="143741" y="105765"/>
                    </a:lnTo>
                    <a:lnTo>
                      <a:pt x="162287" y="13000"/>
                    </a:lnTo>
                    <a:cubicBezTo>
                      <a:pt x="163149" y="8572"/>
                      <a:pt x="160977" y="4108"/>
                      <a:pt x="156960" y="2054"/>
                    </a:cubicBezTo>
                    <a:cubicBezTo>
                      <a:pt x="152944" y="0"/>
                      <a:pt x="148053" y="853"/>
                      <a:pt x="144968" y="4145"/>
                    </a:cubicBezTo>
                    <a:lnTo>
                      <a:pt x="3284" y="155949"/>
                    </a:lnTo>
                    <a:cubicBezTo>
                      <a:pt x="947" y="158412"/>
                      <a:pt x="0" y="161883"/>
                      <a:pt x="763" y="165192"/>
                    </a:cubicBezTo>
                    <a:cubicBezTo>
                      <a:pt x="1527" y="168500"/>
                      <a:pt x="3899" y="171205"/>
                      <a:pt x="7079" y="172395"/>
                    </a:cubicBezTo>
                    <a:lnTo>
                      <a:pt x="79983" y="199732"/>
                    </a:lnTo>
                    <a:lnTo>
                      <a:pt x="61488" y="292396"/>
                    </a:lnTo>
                    <a:cubicBezTo>
                      <a:pt x="60626" y="296824"/>
                      <a:pt x="62798" y="301289"/>
                      <a:pt x="66814" y="303343"/>
                    </a:cubicBezTo>
                    <a:cubicBezTo>
                      <a:pt x="70831" y="305396"/>
                      <a:pt x="75722" y="304544"/>
                      <a:pt x="78807" y="301252"/>
                    </a:cubicBezTo>
                    <a:lnTo>
                      <a:pt x="220491" y="149447"/>
                    </a:lnTo>
                    <a:cubicBezTo>
                      <a:pt x="222786" y="146984"/>
                      <a:pt x="223705" y="143542"/>
                      <a:pt x="222945" y="140263"/>
                    </a:cubicBezTo>
                    <a:close/>
                    <a:moveTo>
                      <a:pt x="88320" y="261492"/>
                    </a:moveTo>
                    <a:lnTo>
                      <a:pt x="101565" y="195229"/>
                    </a:lnTo>
                    <a:cubicBezTo>
                      <a:pt x="102544" y="190375"/>
                      <a:pt x="99868" y="185526"/>
                      <a:pt x="95240" y="183768"/>
                    </a:cubicBezTo>
                    <a:lnTo>
                      <a:pt x="28395" y="158656"/>
                    </a:lnTo>
                    <a:lnTo>
                      <a:pt x="135443" y="43968"/>
                    </a:lnTo>
                    <a:lnTo>
                      <a:pt x="122210" y="110231"/>
                    </a:lnTo>
                    <a:cubicBezTo>
                      <a:pt x="121231" y="115084"/>
                      <a:pt x="123907" y="119933"/>
                      <a:pt x="128535" y="121692"/>
                    </a:cubicBezTo>
                    <a:lnTo>
                      <a:pt x="195329" y="14674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974205" y="15116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自然语言触发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17005" y="1892618"/>
              <a:ext cx="63140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使用 $playwright-skill 给当前项目加一套 Playwright UI 自动化测试。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2724150"/>
            <a:ext cx="11125200" cy="2957512"/>
            <a:chOff x="533400" y="2724150"/>
            <a:chExt cx="11125200" cy="2957512"/>
          </a:xfrm>
        </p:grpSpPr>
        <p:sp>
          <p:nvSpPr>
            <p:cNvPr id="22" name="Rectangle 22"/>
            <p:cNvSpPr/>
            <p:nvPr/>
          </p:nvSpPr>
          <p:spPr>
            <a:xfrm>
              <a:off x="533400" y="2724150"/>
              <a:ext cx="11125200" cy="2914650"/>
            </a:xfrm>
            <a:prstGeom prst="roundRect">
              <a:avLst>
                <a:gd name="adj" fmla="val 457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24150"/>
              <a:ext cx="11125200" cy="419100"/>
            </a:xfrm>
            <a:prstGeom prst="roundRect">
              <a:avLst>
                <a:gd name="adj" fmla="val 31818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905" y="284511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 步完整流程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35555" y="28451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21955" y="28451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产物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190750" y="31432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715250" y="31432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2965" y="33347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39365" y="33347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用户提出测试目标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25765" y="3334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自然语言需求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2965" y="3639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39365" y="363950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触发并读取 `SKILL.md`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25765" y="36395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工作流和边界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965" y="39443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39365" y="394430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运行 inspect_project.sh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25765" y="39443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项目信息摘要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2965" y="42491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39365" y="42491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请求分类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25765" y="424910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setup / demo / debug / selector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965" y="4553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39365" y="4553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只问缺失信息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25765" y="4553902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base URL / 登录方式 / 核心路径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2965" y="48587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39365" y="4858702"/>
              <a:ext cx="1529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按需读取 references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5765" y="4858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任务专用策略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2965" y="5163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39365" y="5163502"/>
              <a:ext cx="18285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执行 scaffold 或测试开发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25765" y="516350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config / specs / fixtures / pages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965" y="54683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39365" y="54683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运行本地验证并汇报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25765" y="54683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pass/fail、report、trace、video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2922" y="6406991"/>
            <a:ext cx="10926032" cy="167640"/>
            <a:chOff x="522922" y="6406991"/>
            <a:chExt cx="10926032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406991"/>
              <a:ext cx="30031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playwright-skill/README.md usage section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14722" y="64069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6829916" cy="641984"/>
            <a:chOff x="501015" y="239078"/>
            <a:chExt cx="6829916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68299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四、业务场景实战 上：从基线到稳定性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0291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前三类场景解决“怎么开始写、怎么保证第一条测试能跑稳”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95400"/>
            <a:ext cx="3437192" cy="4038600"/>
            <a:chOff x="533400" y="1295400"/>
            <a:chExt cx="3437192" cy="4038600"/>
          </a:xfrm>
        </p:grpSpPr>
        <p:sp>
          <p:nvSpPr>
            <p:cNvPr id="8" name="Rectangle 8"/>
            <p:cNvSpPr/>
            <p:nvPr/>
          </p:nvSpPr>
          <p:spPr>
            <a:xfrm>
              <a:off x="5334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68561" y="1524380"/>
              <a:ext cx="263128" cy="284965"/>
              <a:chOff x="868561" y="1524380"/>
              <a:chExt cx="263128" cy="28496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78681" y="1602269"/>
                <a:ext cx="121444" cy="196170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96170">
                    <a:moveTo>
                      <a:pt x="121444" y="65984"/>
                    </a:moveTo>
                    <a:lnTo>
                      <a:pt x="121444" y="196170"/>
                    </a:lnTo>
                    <a:cubicBezTo>
                      <a:pt x="119744" y="196163"/>
                      <a:pt x="118073" y="195728"/>
                      <a:pt x="116586" y="194905"/>
                    </a:cubicBezTo>
                    <a:lnTo>
                      <a:pt x="5263" y="133955"/>
                    </a:lnTo>
                    <a:cubicBezTo>
                      <a:pt x="2025" y="132184"/>
                      <a:pt x="8" y="128790"/>
                      <a:pt x="0" y="125100"/>
                    </a:cubicBezTo>
                    <a:lnTo>
                      <a:pt x="0" y="4111"/>
                    </a:lnTo>
                    <a:cubicBezTo>
                      <a:pt x="4" y="2694"/>
                      <a:pt x="306" y="1293"/>
                      <a:pt x="886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8561" y="1524380"/>
                <a:ext cx="263128" cy="284965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84965">
                    <a:moveTo>
                      <a:pt x="252603" y="64252"/>
                    </a:moveTo>
                    <a:lnTo>
                      <a:pt x="141280" y="3341"/>
                    </a:lnTo>
                    <a:cubicBezTo>
                      <a:pt x="135233" y="0"/>
                      <a:pt x="127895" y="0"/>
                      <a:pt x="121849" y="3341"/>
                    </a:cubicBezTo>
                    <a:lnTo>
                      <a:pt x="10525" y="64278"/>
                    </a:lnTo>
                    <a:cubicBezTo>
                      <a:pt x="4050" y="67821"/>
                      <a:pt x="17" y="74607"/>
                      <a:pt x="0" y="81988"/>
                    </a:cubicBezTo>
                    <a:lnTo>
                      <a:pt x="0" y="202977"/>
                    </a:lnTo>
                    <a:cubicBezTo>
                      <a:pt x="17" y="210358"/>
                      <a:pt x="4050" y="217144"/>
                      <a:pt x="10525" y="220687"/>
                    </a:cubicBezTo>
                    <a:lnTo>
                      <a:pt x="121849" y="281624"/>
                    </a:lnTo>
                    <a:cubicBezTo>
                      <a:pt x="127895" y="284965"/>
                      <a:pt x="135233" y="284965"/>
                      <a:pt x="141280" y="281624"/>
                    </a:cubicBezTo>
                    <a:lnTo>
                      <a:pt x="252603" y="220687"/>
                    </a:lnTo>
                    <a:cubicBezTo>
                      <a:pt x="259078" y="217144"/>
                      <a:pt x="263111" y="210358"/>
                      <a:pt x="263128" y="202977"/>
                    </a:cubicBezTo>
                    <a:lnTo>
                      <a:pt x="263128" y="82001"/>
                    </a:lnTo>
                    <a:cubicBezTo>
                      <a:pt x="263125" y="74606"/>
                      <a:pt x="259090" y="67802"/>
                      <a:pt x="252603" y="64252"/>
                    </a:cubicBezTo>
                    <a:close/>
                    <a:moveTo>
                      <a:pt x="131564" y="21051"/>
                    </a:moveTo>
                    <a:lnTo>
                      <a:pt x="233197" y="76713"/>
                    </a:lnTo>
                    <a:lnTo>
                      <a:pt x="195537" y="97333"/>
                    </a:lnTo>
                    <a:lnTo>
                      <a:pt x="93891" y="41671"/>
                    </a:lnTo>
                    <a:close/>
                    <a:moveTo>
                      <a:pt x="131564" y="132375"/>
                    </a:moveTo>
                    <a:lnTo>
                      <a:pt x="29931" y="76713"/>
                    </a:lnTo>
                    <a:lnTo>
                      <a:pt x="72816" y="53234"/>
                    </a:lnTo>
                    <a:lnTo>
                      <a:pt x="174449" y="108896"/>
                    </a:lnTo>
                    <a:close/>
                    <a:moveTo>
                      <a:pt x="20241" y="94424"/>
                    </a:moveTo>
                    <a:lnTo>
                      <a:pt x="121444" y="149807"/>
                    </a:lnTo>
                    <a:lnTo>
                      <a:pt x="121444" y="258335"/>
                    </a:lnTo>
                    <a:lnTo>
                      <a:pt x="20241" y="202989"/>
                    </a:lnTo>
                    <a:close/>
                    <a:moveTo>
                      <a:pt x="242888" y="202939"/>
                    </a:moveTo>
                    <a:lnTo>
                      <a:pt x="242888" y="202939"/>
                    </a:lnTo>
                    <a:lnTo>
                      <a:pt x="141684" y="258335"/>
                    </a:lnTo>
                    <a:lnTo>
                      <a:pt x="141684" y="149858"/>
                    </a:lnTo>
                    <a:lnTo>
                      <a:pt x="182166" y="127707"/>
                    </a:lnTo>
                    <a:lnTo>
                      <a:pt x="182166" y="172856"/>
                    </a:lnTo>
                    <a:cubicBezTo>
                      <a:pt x="182166" y="178445"/>
                      <a:pt x="186697" y="182976"/>
                      <a:pt x="192286" y="182976"/>
                    </a:cubicBezTo>
                    <a:cubicBezTo>
                      <a:pt x="197875" y="182976"/>
                      <a:pt x="202406" y="178445"/>
                      <a:pt x="202406" y="172856"/>
                    </a:cubicBezTo>
                    <a:lnTo>
                      <a:pt x="202406" y="116625"/>
                    </a:lnTo>
                    <a:lnTo>
                      <a:pt x="242888" y="94424"/>
                    </a:lnTo>
                    <a:lnTo>
                      <a:pt x="242888" y="20292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91590" y="1529715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已有项目加测试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055" y="22545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先检查，不先生成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26355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识别框架、包管理器、启动脚本、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055" y="2921318"/>
              <a:ext cx="31495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已有 Playwright 配置和测试目录。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3638550"/>
              <a:ext cx="2362200" cy="419100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15365" y="37919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scaffold_playwright.sh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343400"/>
              <a:ext cx="1905000" cy="361950"/>
            </a:xfrm>
            <a:prstGeom prst="roundRect">
              <a:avLst>
                <a:gd name="adj" fmla="val 21053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5365" y="44681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产物：测试基线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1295400"/>
            <a:ext cx="3999119" cy="4038600"/>
            <a:chOff x="4381500" y="1295400"/>
            <a:chExt cx="3999119" cy="4038600"/>
          </a:xfrm>
        </p:grpSpPr>
        <p:sp>
          <p:nvSpPr>
            <p:cNvPr id="22" name="Rectangle 22"/>
            <p:cNvSpPr/>
            <p:nvPr/>
          </p:nvSpPr>
          <p:spPr>
            <a:xfrm>
              <a:off x="43815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15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25855" y="1535311"/>
              <a:ext cx="244777" cy="253008"/>
              <a:chOff x="4725855" y="1535311"/>
              <a:chExt cx="244777" cy="25300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36415" y="1695465"/>
                <a:ext cx="223583" cy="82735"/>
              </a:xfrm>
              <a:custGeom>
                <a:avLst/>
                <a:gdLst/>
                <a:ahLst/>
                <a:cxnLst/>
                <a:rect l="l" t="t" r="r" b="b"/>
                <a:pathLst>
                  <a:path w="223583" h="82735">
                    <a:moveTo>
                      <a:pt x="213014" y="82734"/>
                    </a:moveTo>
                    <a:lnTo>
                      <a:pt x="10607" y="82734"/>
                    </a:lnTo>
                    <a:cubicBezTo>
                      <a:pt x="6960" y="82735"/>
                      <a:pt x="3594" y="80773"/>
                      <a:pt x="1797" y="77598"/>
                    </a:cubicBezTo>
                    <a:cubicBezTo>
                      <a:pt x="0" y="74424"/>
                      <a:pt x="51" y="70528"/>
                      <a:pt x="1929" y="67401"/>
                    </a:cubicBezTo>
                    <a:lnTo>
                      <a:pt x="40488" y="3137"/>
                    </a:lnTo>
                    <a:lnTo>
                      <a:pt x="40488" y="3137"/>
                    </a:lnTo>
                    <a:cubicBezTo>
                      <a:pt x="57224" y="0"/>
                      <a:pt x="80969" y="1354"/>
                      <a:pt x="111798" y="16952"/>
                    </a:cubicBezTo>
                    <a:cubicBezTo>
                      <a:pt x="152595" y="37610"/>
                      <a:pt x="181059" y="33283"/>
                      <a:pt x="197188" y="26629"/>
                    </a:cubicBezTo>
                    <a:lnTo>
                      <a:pt x="197188" y="26629"/>
                    </a:lnTo>
                    <a:lnTo>
                      <a:pt x="221654" y="67401"/>
                    </a:lnTo>
                    <a:cubicBezTo>
                      <a:pt x="223529" y="70522"/>
                      <a:pt x="223583" y="74410"/>
                      <a:pt x="221795" y="77582"/>
                    </a:cubicBezTo>
                    <a:cubicBezTo>
                      <a:pt x="220008" y="80754"/>
                      <a:pt x="216654" y="82721"/>
                      <a:pt x="213014" y="82734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25855" y="1535311"/>
                <a:ext cx="244777" cy="253008"/>
              </a:xfrm>
              <a:custGeom>
                <a:avLst/>
                <a:gdLst/>
                <a:ahLst/>
                <a:cxnLst/>
                <a:rect l="l" t="t" r="r" b="b"/>
                <a:pathLst>
                  <a:path w="244777" h="253008">
                    <a:moveTo>
                      <a:pt x="240891" y="222356"/>
                    </a:moveTo>
                    <a:lnTo>
                      <a:pt x="162851" y="92247"/>
                    </a:lnTo>
                    <a:lnTo>
                      <a:pt x="162851" y="20241"/>
                    </a:lnTo>
                    <a:lnTo>
                      <a:pt x="172971" y="20241"/>
                    </a:lnTo>
                    <a:cubicBezTo>
                      <a:pt x="178561" y="20241"/>
                      <a:pt x="183092" y="15710"/>
                      <a:pt x="183092" y="10120"/>
                    </a:cubicBezTo>
                    <a:cubicBezTo>
                      <a:pt x="183092" y="4531"/>
                      <a:pt x="178561" y="0"/>
                      <a:pt x="172971" y="0"/>
                    </a:cubicBezTo>
                    <a:lnTo>
                      <a:pt x="71768" y="0"/>
                    </a:lnTo>
                    <a:cubicBezTo>
                      <a:pt x="66179" y="0"/>
                      <a:pt x="61648" y="4531"/>
                      <a:pt x="61648" y="10120"/>
                    </a:cubicBezTo>
                    <a:cubicBezTo>
                      <a:pt x="61648" y="15710"/>
                      <a:pt x="66179" y="20241"/>
                      <a:pt x="71768" y="20241"/>
                    </a:cubicBezTo>
                    <a:lnTo>
                      <a:pt x="81888" y="20241"/>
                    </a:lnTo>
                    <a:lnTo>
                      <a:pt x="81888" y="92247"/>
                    </a:lnTo>
                    <a:lnTo>
                      <a:pt x="3848" y="222356"/>
                    </a:lnTo>
                    <a:cubicBezTo>
                      <a:pt x="101" y="228603"/>
                      <a:pt x="0" y="236382"/>
                      <a:pt x="3583" y="242724"/>
                    </a:cubicBezTo>
                    <a:cubicBezTo>
                      <a:pt x="7167" y="249066"/>
                      <a:pt x="13882" y="252994"/>
                      <a:pt x="21167" y="253008"/>
                    </a:cubicBezTo>
                    <a:lnTo>
                      <a:pt x="223573" y="253008"/>
                    </a:lnTo>
                    <a:cubicBezTo>
                      <a:pt x="230864" y="253007"/>
                      <a:pt x="237592" y="249085"/>
                      <a:pt x="241184" y="242740"/>
                    </a:cubicBezTo>
                    <a:cubicBezTo>
                      <a:pt x="244777" y="236396"/>
                      <a:pt x="244680" y="228609"/>
                      <a:pt x="240929" y="222356"/>
                    </a:cubicBezTo>
                    <a:close/>
                    <a:moveTo>
                      <a:pt x="100687" y="100254"/>
                    </a:moveTo>
                    <a:cubicBezTo>
                      <a:pt x="101633" y="98685"/>
                      <a:pt x="102132" y="96887"/>
                      <a:pt x="102129" y="95055"/>
                    </a:cubicBezTo>
                    <a:lnTo>
                      <a:pt x="102129" y="20241"/>
                    </a:lnTo>
                    <a:lnTo>
                      <a:pt x="142610" y="20241"/>
                    </a:lnTo>
                    <a:lnTo>
                      <a:pt x="142610" y="95055"/>
                    </a:lnTo>
                    <a:cubicBezTo>
                      <a:pt x="142607" y="96887"/>
                      <a:pt x="143106" y="98685"/>
                      <a:pt x="144052" y="100254"/>
                    </a:cubicBezTo>
                    <a:lnTo>
                      <a:pt x="192402" y="180901"/>
                    </a:lnTo>
                    <a:cubicBezTo>
                      <a:pt x="177222" y="183899"/>
                      <a:pt x="155628" y="182634"/>
                      <a:pt x="126936" y="168111"/>
                    </a:cubicBezTo>
                    <a:cubicBezTo>
                      <a:pt x="106810" y="157927"/>
                      <a:pt x="87657" y="152526"/>
                      <a:pt x="69731" y="151906"/>
                    </a:cubicBezTo>
                    <a:close/>
                    <a:moveTo>
                      <a:pt x="21167" y="232767"/>
                    </a:moveTo>
                    <a:lnTo>
                      <a:pt x="57271" y="172577"/>
                    </a:lnTo>
                    <a:cubicBezTo>
                      <a:pt x="75298" y="170388"/>
                      <a:pt x="95614" y="174917"/>
                      <a:pt x="117765" y="186138"/>
                    </a:cubicBezTo>
                    <a:cubicBezTo>
                      <a:pt x="141801" y="198295"/>
                      <a:pt x="162041" y="202432"/>
                      <a:pt x="178487" y="202432"/>
                    </a:cubicBezTo>
                    <a:cubicBezTo>
                      <a:pt x="186851" y="202469"/>
                      <a:pt x="195178" y="201319"/>
                      <a:pt x="203218" y="199016"/>
                    </a:cubicBezTo>
                    <a:lnTo>
                      <a:pt x="223573" y="232767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139690" y="15297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冒烟测试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9155" y="2254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小而确定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9155" y="2635568"/>
              <a:ext cx="37114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app shell 可见，primary route 可访问，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9155" y="29213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一个核心路径可执行。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3638550"/>
              <a:ext cx="2133600" cy="419100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63465" y="37919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npx playwright test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86300" y="4343400"/>
              <a:ext cx="2076450" cy="361950"/>
            </a:xfrm>
            <a:prstGeom prst="roundRect">
              <a:avLst>
                <a:gd name="adj" fmla="val 21053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63465" y="446817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产物：第一个可靠路径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29600" y="1295400"/>
            <a:ext cx="3466767" cy="4038600"/>
            <a:chOff x="8229600" y="1295400"/>
            <a:chExt cx="3466767" cy="4038600"/>
          </a:xfrm>
        </p:grpSpPr>
        <p:sp>
          <p:nvSpPr>
            <p:cNvPr id="36" name="Rectangle 36"/>
            <p:cNvSpPr/>
            <p:nvPr/>
          </p:nvSpPr>
          <p:spPr>
            <a:xfrm>
              <a:off x="82296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296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574881" y="1555552"/>
              <a:ext cx="242888" cy="253353"/>
              <a:chOff x="8574881" y="1555552"/>
              <a:chExt cx="242888" cy="25335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585002" y="1565672"/>
                <a:ext cx="222647" cy="232919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232919">
                    <a:moveTo>
                      <a:pt x="222647" y="10120"/>
                    </a:moveTo>
                    <a:lnTo>
                      <a:pt x="222647" y="84467"/>
                    </a:lnTo>
                    <a:cubicBezTo>
                      <a:pt x="222647" y="190958"/>
                      <a:pt x="132437" y="226240"/>
                      <a:pt x="114435" y="232223"/>
                    </a:cubicBezTo>
                    <a:cubicBezTo>
                      <a:pt x="112419" y="232919"/>
                      <a:pt x="110228" y="232919"/>
                      <a:pt x="108211" y="232223"/>
                    </a:cubicBezTo>
                    <a:cubicBezTo>
                      <a:pt x="90210" y="226265"/>
                      <a:pt x="0" y="191021"/>
                      <a:pt x="0" y="84492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212527" y="0"/>
                    </a:lnTo>
                    <a:cubicBezTo>
                      <a:pt x="218116" y="0"/>
                      <a:pt x="222647" y="4531"/>
                      <a:pt x="222647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74881" y="1555552"/>
                <a:ext cx="242888" cy="253353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53353">
                    <a:moveTo>
                      <a:pt x="222647" y="0"/>
                    </a:move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94600"/>
                    </a:lnTo>
                    <a:cubicBezTo>
                      <a:pt x="0" y="207960"/>
                      <a:pt x="95915" y="245569"/>
                      <a:pt x="115119" y="251958"/>
                    </a:cubicBezTo>
                    <a:cubicBezTo>
                      <a:pt x="119220" y="253353"/>
                      <a:pt x="123667" y="253353"/>
                      <a:pt x="127769" y="251958"/>
                    </a:cubicBezTo>
                    <a:cubicBezTo>
                      <a:pt x="146998" y="245569"/>
                      <a:pt x="242888" y="207960"/>
                      <a:pt x="242888" y="94600"/>
                    </a:cubicBezTo>
                    <a:lnTo>
                      <a:pt x="242888" y="20241"/>
                    </a:lnTo>
                    <a:cubicBezTo>
                      <a:pt x="242888" y="9062"/>
                      <a:pt x="233825" y="0"/>
                      <a:pt x="222647" y="0"/>
                    </a:cubicBezTo>
                    <a:close/>
                    <a:moveTo>
                      <a:pt x="222647" y="94612"/>
                    </a:moveTo>
                    <a:cubicBezTo>
                      <a:pt x="222647" y="193817"/>
                      <a:pt x="138712" y="226961"/>
                      <a:pt x="121444" y="232729"/>
                    </a:cubicBezTo>
                    <a:cubicBezTo>
                      <a:pt x="104328" y="227024"/>
                      <a:pt x="20241" y="193905"/>
                      <a:pt x="20241" y="94612"/>
                    </a:cubicBezTo>
                    <a:lnTo>
                      <a:pt x="20241" y="20241"/>
                    </a:lnTo>
                    <a:lnTo>
                      <a:pt x="222647" y="20241"/>
                    </a:lnTo>
                    <a:close/>
                    <a:moveTo>
                      <a:pt x="63682" y="128604"/>
                    </a:moveTo>
                    <a:cubicBezTo>
                      <a:pt x="59728" y="124649"/>
                      <a:pt x="59728" y="118238"/>
                      <a:pt x="63682" y="114284"/>
                    </a:cubicBezTo>
                    <a:cubicBezTo>
                      <a:pt x="67636" y="110329"/>
                      <a:pt x="74048" y="110329"/>
                      <a:pt x="78002" y="114284"/>
                    </a:cubicBezTo>
                    <a:lnTo>
                      <a:pt x="101203" y="137484"/>
                    </a:lnTo>
                    <a:lnTo>
                      <a:pt x="164885" y="73802"/>
                    </a:lnTo>
                    <a:cubicBezTo>
                      <a:pt x="168840" y="69848"/>
                      <a:pt x="175251" y="69848"/>
                      <a:pt x="179205" y="73802"/>
                    </a:cubicBezTo>
                    <a:cubicBezTo>
                      <a:pt x="183160" y="77757"/>
                      <a:pt x="183160" y="84168"/>
                      <a:pt x="179205" y="88123"/>
                    </a:cubicBezTo>
                    <a:lnTo>
                      <a:pt x="108363" y="158965"/>
                    </a:lnTo>
                    <a:cubicBezTo>
                      <a:pt x="106465" y="160865"/>
                      <a:pt x="103889" y="161933"/>
                      <a:pt x="101203" y="161933"/>
                    </a:cubicBezTo>
                    <a:cubicBezTo>
                      <a:pt x="98517" y="161933"/>
                      <a:pt x="95941" y="160865"/>
                      <a:pt x="94043" y="15896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987790" y="15297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稳定选择器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254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用户语义优先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17255" y="2635568"/>
              <a:ext cx="3179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role、label、placeholder、text，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17255" y="2921318"/>
              <a:ext cx="18778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必要时才用 testId。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34400" y="3638550"/>
              <a:ext cx="2362200" cy="419100"/>
            </a:xfrm>
            <a:prstGeom prst="roundRect">
              <a:avLst>
                <a:gd name="adj" fmla="val 18182"/>
              </a:avLst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1565" y="3791902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getByRole(...)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34400" y="4343400"/>
              <a:ext cx="2228850" cy="361950"/>
            </a:xfrm>
            <a:prstGeom prst="roundRect">
              <a:avLst>
                <a:gd name="adj" fmla="val 21053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1565" y="4468178"/>
              <a:ext cx="17415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产物：不依赖 DOM 细节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2922" y="6406991"/>
            <a:ext cx="10956155" cy="167640"/>
            <a:chOff x="522922" y="6406991"/>
            <a:chExt cx="10956155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522922" y="6406991"/>
              <a:ext cx="4455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project-intake.md, test-architecture.md, selector-strategy.md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14722" y="64069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7220964" cy="641984"/>
            <a:chOff x="501015" y="239078"/>
            <a:chExt cx="7220964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722096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四、业务场景实战 下：从调试到长期维护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后三类场景解决“怎么定位失败、怎么组织代码、怎么避免污染环境”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295400"/>
            <a:ext cx="4107561" cy="4038600"/>
            <a:chOff x="533400" y="1295400"/>
            <a:chExt cx="4107561" cy="4038600"/>
          </a:xfrm>
        </p:grpSpPr>
        <p:sp>
          <p:nvSpPr>
            <p:cNvPr id="8" name="Rectangle 8"/>
            <p:cNvSpPr/>
            <p:nvPr/>
          </p:nvSpPr>
          <p:spPr>
            <a:xfrm>
              <a:off x="5334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FEF3C7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48320" y="1535291"/>
              <a:ext cx="303609" cy="263168"/>
              <a:chOff x="848320" y="1535291"/>
              <a:chExt cx="303609" cy="26316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98922" y="1666875"/>
                <a:ext cx="202406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21444">
                    <a:moveTo>
                      <a:pt x="202406" y="0"/>
                    </a:moveTo>
                    <a:lnTo>
                      <a:pt x="202406" y="20241"/>
                    </a:lnTo>
                    <a:cubicBezTo>
                      <a:pt x="202406" y="76134"/>
                      <a:pt x="157096" y="121444"/>
                      <a:pt x="101203" y="121444"/>
                    </a:cubicBezTo>
                    <a:cubicBezTo>
                      <a:pt x="45310" y="121444"/>
                      <a:pt x="0" y="76134"/>
                      <a:pt x="0" y="2024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8320" y="1535291"/>
                <a:ext cx="303609" cy="263168"/>
              </a:xfrm>
              <a:custGeom>
                <a:avLst/>
                <a:gdLst/>
                <a:ahLst/>
                <a:cxnLst/>
                <a:rect l="l" t="t" r="r" b="b"/>
                <a:pathLst>
                  <a:path w="303609" h="263168">
                    <a:moveTo>
                      <a:pt x="172045" y="86042"/>
                    </a:moveTo>
                    <a:cubicBezTo>
                      <a:pt x="172045" y="77658"/>
                      <a:pt x="178842" y="70862"/>
                      <a:pt x="187226" y="70862"/>
                    </a:cubicBezTo>
                    <a:cubicBezTo>
                      <a:pt x="195610" y="70862"/>
                      <a:pt x="202406" y="77658"/>
                      <a:pt x="202406" y="86042"/>
                    </a:cubicBezTo>
                    <a:cubicBezTo>
                      <a:pt x="202406" y="94426"/>
                      <a:pt x="195610" y="101223"/>
                      <a:pt x="187226" y="101223"/>
                    </a:cubicBezTo>
                    <a:cubicBezTo>
                      <a:pt x="178842" y="101223"/>
                      <a:pt x="172045" y="94426"/>
                      <a:pt x="172045" y="86042"/>
                    </a:cubicBezTo>
                    <a:close/>
                    <a:moveTo>
                      <a:pt x="116384" y="70862"/>
                    </a:moveTo>
                    <a:cubicBezTo>
                      <a:pt x="108000" y="70862"/>
                      <a:pt x="101203" y="77658"/>
                      <a:pt x="101203" y="86042"/>
                    </a:cubicBezTo>
                    <a:cubicBezTo>
                      <a:pt x="101203" y="94426"/>
                      <a:pt x="108000" y="101223"/>
                      <a:pt x="116384" y="101223"/>
                    </a:cubicBezTo>
                    <a:cubicBezTo>
                      <a:pt x="124768" y="101223"/>
                      <a:pt x="131564" y="94426"/>
                      <a:pt x="131564" y="86042"/>
                    </a:cubicBezTo>
                    <a:cubicBezTo>
                      <a:pt x="131564" y="77658"/>
                      <a:pt x="124768" y="70862"/>
                      <a:pt x="116384" y="70862"/>
                    </a:cubicBezTo>
                    <a:close/>
                    <a:moveTo>
                      <a:pt x="263128" y="151824"/>
                    </a:moveTo>
                    <a:cubicBezTo>
                      <a:pt x="263156" y="161648"/>
                      <a:pt x="261880" y="171432"/>
                      <a:pt x="259333" y="180920"/>
                    </a:cubicBezTo>
                    <a:lnTo>
                      <a:pt x="287467" y="193216"/>
                    </a:lnTo>
                    <a:cubicBezTo>
                      <a:pt x="291785" y="195183"/>
                      <a:pt x="294157" y="199885"/>
                      <a:pt x="293173" y="204526"/>
                    </a:cubicBezTo>
                    <a:cubicBezTo>
                      <a:pt x="292189" y="209167"/>
                      <a:pt x="288113" y="212501"/>
                      <a:pt x="283369" y="212546"/>
                    </a:cubicBezTo>
                    <a:cubicBezTo>
                      <a:pt x="281975" y="212549"/>
                      <a:pt x="280596" y="212261"/>
                      <a:pt x="279321" y="211699"/>
                    </a:cubicBezTo>
                    <a:lnTo>
                      <a:pt x="252223" y="199896"/>
                    </a:lnTo>
                    <a:cubicBezTo>
                      <a:pt x="233722" y="238560"/>
                      <a:pt x="194667" y="263168"/>
                      <a:pt x="151805" y="263168"/>
                    </a:cubicBezTo>
                    <a:cubicBezTo>
                      <a:pt x="108942" y="263168"/>
                      <a:pt x="69887" y="238560"/>
                      <a:pt x="51386" y="199896"/>
                    </a:cubicBezTo>
                    <a:lnTo>
                      <a:pt x="24289" y="211699"/>
                    </a:lnTo>
                    <a:cubicBezTo>
                      <a:pt x="23013" y="212261"/>
                      <a:pt x="21634" y="212549"/>
                      <a:pt x="20241" y="212546"/>
                    </a:cubicBezTo>
                    <a:cubicBezTo>
                      <a:pt x="15451" y="212543"/>
                      <a:pt x="11319" y="209183"/>
                      <a:pt x="10340" y="204494"/>
                    </a:cubicBezTo>
                    <a:cubicBezTo>
                      <a:pt x="9361" y="199805"/>
                      <a:pt x="11804" y="195072"/>
                      <a:pt x="16193" y="193153"/>
                    </a:cubicBezTo>
                    <a:lnTo>
                      <a:pt x="44276" y="180920"/>
                    </a:lnTo>
                    <a:cubicBezTo>
                      <a:pt x="41730" y="171432"/>
                      <a:pt x="40453" y="161648"/>
                      <a:pt x="40481" y="151824"/>
                    </a:cubicBezTo>
                    <a:lnTo>
                      <a:pt x="40481" y="141704"/>
                    </a:lnTo>
                    <a:lnTo>
                      <a:pt x="10120" y="141704"/>
                    </a:lnTo>
                    <a:cubicBezTo>
                      <a:pt x="4531" y="141704"/>
                      <a:pt x="0" y="137173"/>
                      <a:pt x="0" y="131584"/>
                    </a:cubicBezTo>
                    <a:cubicBezTo>
                      <a:pt x="0" y="125994"/>
                      <a:pt x="4531" y="121463"/>
                      <a:pt x="10120" y="121463"/>
                    </a:cubicBezTo>
                    <a:lnTo>
                      <a:pt x="40481" y="121463"/>
                    </a:lnTo>
                    <a:lnTo>
                      <a:pt x="40481" y="111343"/>
                    </a:lnTo>
                    <a:cubicBezTo>
                      <a:pt x="40453" y="101519"/>
                      <a:pt x="41730" y="91735"/>
                      <a:pt x="44276" y="82247"/>
                    </a:cubicBezTo>
                    <a:lnTo>
                      <a:pt x="16193" y="70014"/>
                    </a:lnTo>
                    <a:cubicBezTo>
                      <a:pt x="12799" y="68621"/>
                      <a:pt x="10425" y="65500"/>
                      <a:pt x="9988" y="61857"/>
                    </a:cubicBezTo>
                    <a:cubicBezTo>
                      <a:pt x="9551" y="58214"/>
                      <a:pt x="11120" y="54620"/>
                      <a:pt x="14088" y="52464"/>
                    </a:cubicBezTo>
                    <a:cubicBezTo>
                      <a:pt x="17057" y="50308"/>
                      <a:pt x="20960" y="49927"/>
                      <a:pt x="24289" y="51469"/>
                    </a:cubicBezTo>
                    <a:lnTo>
                      <a:pt x="51386" y="63272"/>
                    </a:lnTo>
                    <a:cubicBezTo>
                      <a:pt x="69887" y="24608"/>
                      <a:pt x="108942" y="0"/>
                      <a:pt x="151805" y="0"/>
                    </a:cubicBezTo>
                    <a:cubicBezTo>
                      <a:pt x="194667" y="0"/>
                      <a:pt x="233722" y="24608"/>
                      <a:pt x="252223" y="63272"/>
                    </a:cubicBezTo>
                    <a:lnTo>
                      <a:pt x="279321" y="51431"/>
                    </a:lnTo>
                    <a:cubicBezTo>
                      <a:pt x="284411" y="49341"/>
                      <a:pt x="290238" y="51701"/>
                      <a:pt x="292439" y="56744"/>
                    </a:cubicBezTo>
                    <a:cubicBezTo>
                      <a:pt x="294641" y="61787"/>
                      <a:pt x="292410" y="67664"/>
                      <a:pt x="287417" y="69976"/>
                    </a:cubicBezTo>
                    <a:lnTo>
                      <a:pt x="259333" y="82311"/>
                    </a:lnTo>
                    <a:cubicBezTo>
                      <a:pt x="261880" y="91799"/>
                      <a:pt x="263156" y="101583"/>
                      <a:pt x="263128" y="111406"/>
                    </a:cubicBezTo>
                    <a:lnTo>
                      <a:pt x="263128" y="121527"/>
                    </a:lnTo>
                    <a:lnTo>
                      <a:pt x="293489" y="121527"/>
                    </a:lnTo>
                    <a:cubicBezTo>
                      <a:pt x="299078" y="121527"/>
                      <a:pt x="303609" y="126058"/>
                      <a:pt x="303609" y="131647"/>
                    </a:cubicBezTo>
                    <a:cubicBezTo>
                      <a:pt x="303609" y="137236"/>
                      <a:pt x="299078" y="141767"/>
                      <a:pt x="293489" y="141767"/>
                    </a:cubicBezTo>
                    <a:lnTo>
                      <a:pt x="263128" y="141767"/>
                    </a:lnTo>
                    <a:close/>
                    <a:moveTo>
                      <a:pt x="60722" y="121463"/>
                    </a:moveTo>
                    <a:lnTo>
                      <a:pt x="242888" y="121463"/>
                    </a:lnTo>
                    <a:lnTo>
                      <a:pt x="242888" y="111343"/>
                    </a:lnTo>
                    <a:cubicBezTo>
                      <a:pt x="242888" y="61040"/>
                      <a:pt x="202108" y="20260"/>
                      <a:pt x="151805" y="20260"/>
                    </a:cubicBezTo>
                    <a:cubicBezTo>
                      <a:pt x="101501" y="20260"/>
                      <a:pt x="60722" y="61040"/>
                      <a:pt x="60722" y="111343"/>
                    </a:cubicBezTo>
                    <a:close/>
                    <a:moveTo>
                      <a:pt x="141684" y="242325"/>
                    </a:moveTo>
                    <a:lnTo>
                      <a:pt x="141684" y="141704"/>
                    </a:lnTo>
                    <a:lnTo>
                      <a:pt x="60722" y="141704"/>
                    </a:lnTo>
                    <a:lnTo>
                      <a:pt x="60722" y="151824"/>
                    </a:lnTo>
                    <a:cubicBezTo>
                      <a:pt x="60777" y="198187"/>
                      <a:pt x="95614" y="237128"/>
                      <a:pt x="141684" y="242325"/>
                    </a:cubicBezTo>
                    <a:close/>
                    <a:moveTo>
                      <a:pt x="242888" y="151824"/>
                    </a:moveTo>
                    <a:lnTo>
                      <a:pt x="242888" y="141704"/>
                    </a:lnTo>
                    <a:lnTo>
                      <a:pt x="161925" y="141704"/>
                    </a:lnTo>
                    <a:lnTo>
                      <a:pt x="161925" y="242325"/>
                    </a:lnTo>
                    <a:cubicBezTo>
                      <a:pt x="207996" y="237128"/>
                      <a:pt x="242832" y="198187"/>
                      <a:pt x="242888" y="151824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91590" y="15297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失败调试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055" y="2254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先看证据链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2635568"/>
              <a:ext cx="3819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错误信息 → screenshot → trace → video。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055" y="303561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优先修复 selector 或用户级预期，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55" y="3321368"/>
              <a:ext cx="2025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不靠 sleep 掩盖问题。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43434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5365" y="4468178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产物：root cause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1295400"/>
            <a:ext cx="4097703" cy="4038600"/>
            <a:chOff x="4381500" y="1295400"/>
            <a:chExt cx="4097703" cy="4038600"/>
          </a:xfrm>
        </p:grpSpPr>
        <p:sp>
          <p:nvSpPr>
            <p:cNvPr id="21" name="Rectangle 21"/>
            <p:cNvSpPr/>
            <p:nvPr/>
          </p:nvSpPr>
          <p:spPr>
            <a:xfrm>
              <a:off x="43815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716661" y="1555552"/>
              <a:ext cx="263128" cy="222647"/>
              <a:chOff x="4716661" y="1555552"/>
              <a:chExt cx="263128" cy="22264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726781" y="1636514"/>
                <a:ext cx="91083" cy="131564"/>
              </a:xfrm>
              <a:custGeom>
                <a:avLst/>
                <a:gdLst/>
                <a:ahLst/>
                <a:cxnLst/>
                <a:rect l="l" t="t" r="r" b="b"/>
                <a:pathLst>
                  <a:path w="91083" h="131564">
                    <a:moveTo>
                      <a:pt x="91083" y="0"/>
                    </a:moveTo>
                    <a:lnTo>
                      <a:pt x="91083" y="131564"/>
                    </a:lnTo>
                    <a:lnTo>
                      <a:pt x="10120" y="131564"/>
                    </a:lnTo>
                    <a:cubicBezTo>
                      <a:pt x="4531" y="131564"/>
                      <a:pt x="0" y="127033"/>
                      <a:pt x="0" y="1214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716661" y="1555552"/>
                <a:ext cx="263128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22647">
                    <a:moveTo>
                      <a:pt x="242888" y="0"/>
                    </a:move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202406"/>
                    </a:lnTo>
                    <a:cubicBezTo>
                      <a:pt x="0" y="213585"/>
                      <a:pt x="9062" y="222647"/>
                      <a:pt x="20241" y="222647"/>
                    </a:cubicBezTo>
                    <a:lnTo>
                      <a:pt x="242888" y="222647"/>
                    </a:lnTo>
                    <a:cubicBezTo>
                      <a:pt x="254066" y="222647"/>
                      <a:pt x="263128" y="213585"/>
                      <a:pt x="263128" y="202406"/>
                    </a:cubicBezTo>
                    <a:lnTo>
                      <a:pt x="263128" y="20241"/>
                    </a:lnTo>
                    <a:cubicBezTo>
                      <a:pt x="263128" y="9062"/>
                      <a:pt x="254066" y="0"/>
                      <a:pt x="242888" y="0"/>
                    </a:cubicBezTo>
                    <a:close/>
                    <a:moveTo>
                      <a:pt x="242888" y="20241"/>
                    </a:moveTo>
                    <a:lnTo>
                      <a:pt x="242888" y="70842"/>
                    </a:lnTo>
                    <a:lnTo>
                      <a:pt x="20241" y="70842"/>
                    </a:lnTo>
                    <a:lnTo>
                      <a:pt x="20241" y="20241"/>
                    </a:lnTo>
                    <a:close/>
                    <a:moveTo>
                      <a:pt x="20241" y="91083"/>
                    </a:moveTo>
                    <a:lnTo>
                      <a:pt x="91083" y="91083"/>
                    </a:lnTo>
                    <a:lnTo>
                      <a:pt x="91083" y="202406"/>
                    </a:lnTo>
                    <a:lnTo>
                      <a:pt x="20241" y="202406"/>
                    </a:lnTo>
                    <a:close/>
                    <a:moveTo>
                      <a:pt x="242888" y="202406"/>
                    </a:moveTo>
                    <a:lnTo>
                      <a:pt x="111323" y="202406"/>
                    </a:lnTo>
                    <a:lnTo>
                      <a:pt x="111323" y="91083"/>
                    </a:lnTo>
                    <a:lnTo>
                      <a:pt x="242888" y="91083"/>
                    </a:lnTo>
                    <a:lnTo>
                      <a:pt x="242888" y="20240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139690" y="1529715"/>
              <a:ext cx="22677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Page Object 整理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9155" y="22545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重复出现时再抽象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9155" y="2635568"/>
              <a:ext cx="2755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页面或组件跨多个 spec 复用，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9155" y="2921318"/>
              <a:ext cx="38100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才把 waits、actions、assertions 收纳。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9155" y="3321368"/>
              <a:ext cx="2715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保持 thin，不镜像全部 DOM。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4343400"/>
              <a:ext cx="220980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63465" y="44681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产物：可维护结构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229600" y="1295400"/>
            <a:ext cx="3831526" cy="4038600"/>
            <a:chOff x="8229600" y="1295400"/>
            <a:chExt cx="3831526" cy="4038600"/>
          </a:xfrm>
        </p:grpSpPr>
        <p:sp>
          <p:nvSpPr>
            <p:cNvPr id="34" name="Rectangle 34"/>
            <p:cNvSpPr/>
            <p:nvPr/>
          </p:nvSpPr>
          <p:spPr>
            <a:xfrm>
              <a:off x="8229600" y="1295400"/>
              <a:ext cx="3429000" cy="40386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29600" y="1295400"/>
              <a:ext cx="3429000" cy="685800"/>
            </a:xfrm>
            <a:prstGeom prst="roundRect">
              <a:avLst>
                <a:gd name="adj" fmla="val 19444"/>
              </a:avLst>
            </a:prstGeom>
            <a:solidFill>
              <a:srgbClr val="DCFC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74881" y="1535311"/>
              <a:ext cx="242888" cy="263128"/>
              <a:chOff x="8574881" y="1535311"/>
              <a:chExt cx="242888" cy="26312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85002" y="1545431"/>
                <a:ext cx="222647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121444">
                    <a:moveTo>
                      <a:pt x="222647" y="60722"/>
                    </a:moveTo>
                    <a:cubicBezTo>
                      <a:pt x="222647" y="94258"/>
                      <a:pt x="172804" y="121444"/>
                      <a:pt x="111323" y="121444"/>
                    </a:cubicBezTo>
                    <a:cubicBezTo>
                      <a:pt x="49843" y="121444"/>
                      <a:pt x="0" y="94258"/>
                      <a:pt x="0" y="60722"/>
                    </a:cubicBezTo>
                    <a:cubicBezTo>
                      <a:pt x="0" y="27186"/>
                      <a:pt x="49843" y="0"/>
                      <a:pt x="111323" y="0"/>
                    </a:cubicBezTo>
                    <a:cubicBezTo>
                      <a:pt x="172804" y="0"/>
                      <a:pt x="222647" y="27186"/>
                      <a:pt x="222647" y="60722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74881" y="1535311"/>
                <a:ext cx="242888" cy="26312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63128">
                    <a:moveTo>
                      <a:pt x="121444" y="0"/>
                    </a:moveTo>
                    <a:cubicBezTo>
                      <a:pt x="53347" y="0"/>
                      <a:pt x="0" y="31120"/>
                      <a:pt x="0" y="70842"/>
                    </a:cubicBezTo>
                    <a:lnTo>
                      <a:pt x="0" y="192286"/>
                    </a:lnTo>
                    <a:cubicBezTo>
                      <a:pt x="0" y="232008"/>
                      <a:pt x="53347" y="263128"/>
                      <a:pt x="121444" y="263128"/>
                    </a:cubicBezTo>
                    <a:cubicBezTo>
                      <a:pt x="189541" y="263128"/>
                      <a:pt x="242888" y="232008"/>
                      <a:pt x="242888" y="192286"/>
                    </a:cubicBezTo>
                    <a:lnTo>
                      <a:pt x="242888" y="70842"/>
                    </a:lnTo>
                    <a:cubicBezTo>
                      <a:pt x="242888" y="31120"/>
                      <a:pt x="189541" y="0"/>
                      <a:pt x="121444" y="0"/>
                    </a:cubicBezTo>
                    <a:close/>
                    <a:moveTo>
                      <a:pt x="222647" y="131564"/>
                    </a:moveTo>
                    <a:cubicBezTo>
                      <a:pt x="222647" y="143734"/>
                      <a:pt x="212678" y="156144"/>
                      <a:pt x="195309" y="165619"/>
                    </a:cubicBezTo>
                    <a:cubicBezTo>
                      <a:pt x="175752" y="176283"/>
                      <a:pt x="149515" y="182166"/>
                      <a:pt x="121444" y="182166"/>
                    </a:cubicBezTo>
                    <a:cubicBezTo>
                      <a:pt x="93373" y="182166"/>
                      <a:pt x="67136" y="176283"/>
                      <a:pt x="47578" y="165619"/>
                    </a:cubicBezTo>
                    <a:cubicBezTo>
                      <a:pt x="30209" y="156144"/>
                      <a:pt x="20241" y="143734"/>
                      <a:pt x="20241" y="131564"/>
                    </a:cubicBezTo>
                    <a:lnTo>
                      <a:pt x="20241" y="110514"/>
                    </a:lnTo>
                    <a:cubicBezTo>
                      <a:pt x="41822" y="129489"/>
                      <a:pt x="78723" y="141684"/>
                      <a:pt x="121444" y="141684"/>
                    </a:cubicBezTo>
                    <a:cubicBezTo>
                      <a:pt x="164164" y="141684"/>
                      <a:pt x="201065" y="129439"/>
                      <a:pt x="222647" y="110514"/>
                    </a:cubicBezTo>
                    <a:close/>
                    <a:moveTo>
                      <a:pt x="47578" y="36787"/>
                    </a:moveTo>
                    <a:cubicBezTo>
                      <a:pt x="67136" y="26123"/>
                      <a:pt x="93373" y="20241"/>
                      <a:pt x="121444" y="20241"/>
                    </a:cubicBezTo>
                    <a:cubicBezTo>
                      <a:pt x="149515" y="20241"/>
                      <a:pt x="175752" y="26123"/>
                      <a:pt x="195309" y="36787"/>
                    </a:cubicBezTo>
                    <a:cubicBezTo>
                      <a:pt x="212678" y="46262"/>
                      <a:pt x="222647" y="58673"/>
                      <a:pt x="222647" y="70842"/>
                    </a:cubicBezTo>
                    <a:cubicBezTo>
                      <a:pt x="222647" y="83012"/>
                      <a:pt x="212678" y="95422"/>
                      <a:pt x="195309" y="104897"/>
                    </a:cubicBezTo>
                    <a:cubicBezTo>
                      <a:pt x="175752" y="115561"/>
                      <a:pt x="149515" y="121444"/>
                      <a:pt x="121444" y="121444"/>
                    </a:cubicBezTo>
                    <a:cubicBezTo>
                      <a:pt x="93373" y="121444"/>
                      <a:pt x="67136" y="115561"/>
                      <a:pt x="47578" y="104897"/>
                    </a:cubicBezTo>
                    <a:cubicBezTo>
                      <a:pt x="30209" y="95422"/>
                      <a:pt x="20241" y="83012"/>
                      <a:pt x="20241" y="70842"/>
                    </a:cubicBezTo>
                    <a:cubicBezTo>
                      <a:pt x="20241" y="58673"/>
                      <a:pt x="30209" y="46262"/>
                      <a:pt x="47578" y="36787"/>
                    </a:cubicBezTo>
                    <a:close/>
                    <a:moveTo>
                      <a:pt x="195309" y="226341"/>
                    </a:moveTo>
                    <a:cubicBezTo>
                      <a:pt x="175752" y="237005"/>
                      <a:pt x="149515" y="242888"/>
                      <a:pt x="121444" y="242888"/>
                    </a:cubicBezTo>
                    <a:cubicBezTo>
                      <a:pt x="93373" y="242888"/>
                      <a:pt x="67136" y="237005"/>
                      <a:pt x="47578" y="226341"/>
                    </a:cubicBezTo>
                    <a:cubicBezTo>
                      <a:pt x="30209" y="216866"/>
                      <a:pt x="20241" y="204456"/>
                      <a:pt x="20241" y="192286"/>
                    </a:cubicBezTo>
                    <a:lnTo>
                      <a:pt x="20241" y="171236"/>
                    </a:lnTo>
                    <a:cubicBezTo>
                      <a:pt x="41822" y="190211"/>
                      <a:pt x="78723" y="202406"/>
                      <a:pt x="121444" y="202406"/>
                    </a:cubicBezTo>
                    <a:cubicBezTo>
                      <a:pt x="164164" y="202406"/>
                      <a:pt x="201065" y="190161"/>
                      <a:pt x="222647" y="171236"/>
                    </a:cubicBezTo>
                    <a:lnTo>
                      <a:pt x="222647" y="192286"/>
                    </a:lnTo>
                    <a:cubicBezTo>
                      <a:pt x="222647" y="204456"/>
                      <a:pt x="212678" y="216866"/>
                      <a:pt x="195309" y="226341"/>
                    </a:cubicBez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987790" y="15297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数据隔离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7255" y="22545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写操作要有边界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17255" y="26355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共享 demo 环境中，购物车、订单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9213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这类写操作默认跳过。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17255" y="3321368"/>
              <a:ext cx="35438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长期测试使用 deterministic fixture。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34400" y="4343400"/>
              <a:ext cx="2324100" cy="361950"/>
            </a:xfrm>
            <a:prstGeom prst="roundRect">
              <a:avLst>
                <a:gd name="adj" fmla="val 21053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11565" y="44681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产物：不污染环境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922" y="6406991"/>
            <a:ext cx="10956155" cy="167640"/>
            <a:chOff x="522922" y="6406991"/>
            <a:chExt cx="109561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06991"/>
              <a:ext cx="4774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reporting.md, test-architecture.md, create_smart_api_shop_demo.sh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14722" y="64069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EEF6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39078"/>
            <a:ext cx="4757356" cy="641984"/>
            <a:chOff x="501015" y="239078"/>
            <a:chExt cx="4757356" cy="6419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39078"/>
              <a:ext cx="475735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从一句话到报告产物的闭环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065" y="667702"/>
              <a:ext cx="4519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Skill 的价值最终要落在本地可运行、可追踪、可复现的测试结果上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" y="1447800"/>
            <a:ext cx="10744200" cy="3562350"/>
            <a:chOff x="723900" y="1447800"/>
            <a:chExt cx="10744200" cy="3562350"/>
          </a:xfrm>
        </p:grpSpPr>
        <p:sp>
          <p:nvSpPr>
            <p:cNvPr id="8" name="Rectangle 8"/>
            <p:cNvSpPr/>
            <p:nvPr/>
          </p:nvSpPr>
          <p:spPr>
            <a:xfrm>
              <a:off x="723900" y="144780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1287" y="1811794"/>
              <a:ext cx="305254" cy="224593"/>
              <a:chOff x="961287" y="1811794"/>
              <a:chExt cx="305254" cy="2245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92981" y="1823442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172045" y="111323"/>
                    </a:moveTo>
                    <a:cubicBezTo>
                      <a:pt x="172045" y="139270"/>
                      <a:pt x="149390" y="161925"/>
                      <a:pt x="121444" y="161925"/>
                    </a:cubicBezTo>
                    <a:cubicBezTo>
                      <a:pt x="93497" y="161925"/>
                      <a:pt x="70842" y="139270"/>
                      <a:pt x="70842" y="111323"/>
                    </a:cubicBezTo>
                    <a:cubicBezTo>
                      <a:pt x="70842" y="83377"/>
                      <a:pt x="93497" y="60722"/>
                      <a:pt x="121444" y="60722"/>
                    </a:cubicBezTo>
                    <a:cubicBezTo>
                      <a:pt x="149390" y="60722"/>
                      <a:pt x="172045" y="83377"/>
                      <a:pt x="172045" y="111323"/>
                    </a:cubicBezTo>
                    <a:close/>
                    <a:moveTo>
                      <a:pt x="40481" y="0"/>
                    </a:moveTo>
                    <a:cubicBezTo>
                      <a:pt x="18124" y="0"/>
                      <a:pt x="0" y="18124"/>
                      <a:pt x="0" y="40481"/>
                    </a:cubicBez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lose/>
                    <a:moveTo>
                      <a:pt x="202406" y="0"/>
                    </a:moveTo>
                    <a:cubicBezTo>
                      <a:pt x="180049" y="0"/>
                      <a:pt x="161925" y="18124"/>
                      <a:pt x="161925" y="40481"/>
                    </a:cubicBezTo>
                    <a:cubicBezTo>
                      <a:pt x="161925" y="62838"/>
                      <a:pt x="180049" y="80962"/>
                      <a:pt x="202406" y="80962"/>
                    </a:cubicBezTo>
                    <a:cubicBezTo>
                      <a:pt x="224763" y="80962"/>
                      <a:pt x="242888" y="62838"/>
                      <a:pt x="242888" y="40481"/>
                    </a:cubicBezTo>
                    <a:cubicBezTo>
                      <a:pt x="242888" y="18124"/>
                      <a:pt x="224763" y="0"/>
                      <a:pt x="202406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1287" y="1811794"/>
                <a:ext cx="305254" cy="224593"/>
              </a:xfrm>
              <a:custGeom>
                <a:avLst/>
                <a:gdLst/>
                <a:ahLst/>
                <a:cxnLst/>
                <a:rect l="l" t="t" r="r" b="b"/>
                <a:pathLst>
                  <a:path w="305254" h="224593">
                    <a:moveTo>
                      <a:pt x="300894" y="131068"/>
                    </a:moveTo>
                    <a:cubicBezTo>
                      <a:pt x="296423" y="134421"/>
                      <a:pt x="290079" y="133515"/>
                      <a:pt x="286726" y="129044"/>
                    </a:cubicBezTo>
                    <a:cubicBezTo>
                      <a:pt x="274356" y="112416"/>
                      <a:pt x="254824" y="102650"/>
                      <a:pt x="234100" y="102731"/>
                    </a:cubicBezTo>
                    <a:cubicBezTo>
                      <a:pt x="228511" y="102731"/>
                      <a:pt x="223980" y="98200"/>
                      <a:pt x="223980" y="92610"/>
                    </a:cubicBezTo>
                    <a:cubicBezTo>
                      <a:pt x="223980" y="87021"/>
                      <a:pt x="228511" y="82490"/>
                      <a:pt x="234100" y="82490"/>
                    </a:cubicBezTo>
                    <a:cubicBezTo>
                      <a:pt x="249878" y="82489"/>
                      <a:pt x="263025" y="70403"/>
                      <a:pt x="264351" y="54682"/>
                    </a:cubicBezTo>
                    <a:cubicBezTo>
                      <a:pt x="265677" y="38960"/>
                      <a:pt x="254741" y="24843"/>
                      <a:pt x="239187" y="22198"/>
                    </a:cubicBezTo>
                    <a:cubicBezTo>
                      <a:pt x="223633" y="19553"/>
                      <a:pt x="208645" y="29263"/>
                      <a:pt x="204701" y="44539"/>
                    </a:cubicBezTo>
                    <a:cubicBezTo>
                      <a:pt x="203303" y="49954"/>
                      <a:pt x="197781" y="53210"/>
                      <a:pt x="192367" y="51813"/>
                    </a:cubicBezTo>
                    <a:cubicBezTo>
                      <a:pt x="186952" y="50416"/>
                      <a:pt x="183695" y="44893"/>
                      <a:pt x="185093" y="39479"/>
                    </a:cubicBezTo>
                    <a:cubicBezTo>
                      <a:pt x="190497" y="18566"/>
                      <a:pt x="208581" y="3389"/>
                      <a:pt x="230115" y="1694"/>
                    </a:cubicBezTo>
                    <a:cubicBezTo>
                      <a:pt x="251649" y="0"/>
                      <a:pt x="271884" y="12161"/>
                      <a:pt x="280493" y="31972"/>
                    </a:cubicBezTo>
                    <a:cubicBezTo>
                      <a:pt x="289102" y="51782"/>
                      <a:pt x="284187" y="74874"/>
                      <a:pt x="268256" y="89460"/>
                    </a:cubicBezTo>
                    <a:cubicBezTo>
                      <a:pt x="282017" y="95419"/>
                      <a:pt x="293980" y="104874"/>
                      <a:pt x="302956" y="116886"/>
                    </a:cubicBezTo>
                    <a:cubicBezTo>
                      <a:pt x="304567" y="119039"/>
                      <a:pt x="305254" y="121744"/>
                      <a:pt x="304867" y="124405"/>
                    </a:cubicBezTo>
                    <a:cubicBezTo>
                      <a:pt x="304481" y="127065"/>
                      <a:pt x="303051" y="129463"/>
                      <a:pt x="300894" y="131068"/>
                    </a:cubicBezTo>
                    <a:close/>
                    <a:moveTo>
                      <a:pt x="232734" y="208994"/>
                    </a:moveTo>
                    <a:cubicBezTo>
                      <a:pt x="234657" y="212130"/>
                      <a:pt x="234727" y="216064"/>
                      <a:pt x="232916" y="219266"/>
                    </a:cubicBezTo>
                    <a:cubicBezTo>
                      <a:pt x="231105" y="222469"/>
                      <a:pt x="227699" y="224436"/>
                      <a:pt x="224020" y="224405"/>
                    </a:cubicBezTo>
                    <a:cubicBezTo>
                      <a:pt x="220341" y="224373"/>
                      <a:pt x="216969" y="222348"/>
                      <a:pt x="215213" y="219114"/>
                    </a:cubicBezTo>
                    <a:cubicBezTo>
                      <a:pt x="202241" y="197157"/>
                      <a:pt x="178634" y="183685"/>
                      <a:pt x="153131" y="183685"/>
                    </a:cubicBezTo>
                    <a:cubicBezTo>
                      <a:pt x="127628" y="183685"/>
                      <a:pt x="104022" y="197157"/>
                      <a:pt x="91050" y="219114"/>
                    </a:cubicBezTo>
                    <a:cubicBezTo>
                      <a:pt x="89326" y="222408"/>
                      <a:pt x="85936" y="224492"/>
                      <a:pt x="82219" y="224543"/>
                    </a:cubicBezTo>
                    <a:cubicBezTo>
                      <a:pt x="78502" y="224593"/>
                      <a:pt x="75057" y="222601"/>
                      <a:pt x="73245" y="219355"/>
                    </a:cubicBezTo>
                    <a:cubicBezTo>
                      <a:pt x="71433" y="216109"/>
                      <a:pt x="71547" y="212131"/>
                      <a:pt x="73541" y="208994"/>
                    </a:cubicBezTo>
                    <a:cubicBezTo>
                      <a:pt x="83353" y="192136"/>
                      <a:pt x="98313" y="178869"/>
                      <a:pt x="116224" y="171144"/>
                    </a:cubicBezTo>
                    <a:cubicBezTo>
                      <a:pt x="95560" y="155323"/>
                      <a:pt x="87275" y="128092"/>
                      <a:pt x="95628" y="103443"/>
                    </a:cubicBezTo>
                    <a:cubicBezTo>
                      <a:pt x="103980" y="78794"/>
                      <a:pt x="127112" y="62209"/>
                      <a:pt x="153138" y="62209"/>
                    </a:cubicBezTo>
                    <a:cubicBezTo>
                      <a:pt x="179163" y="62209"/>
                      <a:pt x="202295" y="78794"/>
                      <a:pt x="210647" y="103443"/>
                    </a:cubicBezTo>
                    <a:cubicBezTo>
                      <a:pt x="219000" y="128092"/>
                      <a:pt x="210716" y="155323"/>
                      <a:pt x="190052" y="171144"/>
                    </a:cubicBezTo>
                    <a:cubicBezTo>
                      <a:pt x="207962" y="178869"/>
                      <a:pt x="222922" y="192136"/>
                      <a:pt x="232734" y="208994"/>
                    </a:cubicBezTo>
                    <a:close/>
                    <a:moveTo>
                      <a:pt x="153138" y="163453"/>
                    </a:moveTo>
                    <a:cubicBezTo>
                      <a:pt x="175495" y="163453"/>
                      <a:pt x="193619" y="145329"/>
                      <a:pt x="193619" y="122971"/>
                    </a:cubicBezTo>
                    <a:cubicBezTo>
                      <a:pt x="193619" y="100614"/>
                      <a:pt x="175495" y="82490"/>
                      <a:pt x="153138" y="82490"/>
                    </a:cubicBezTo>
                    <a:cubicBezTo>
                      <a:pt x="130781" y="82490"/>
                      <a:pt x="112656" y="100614"/>
                      <a:pt x="112656" y="122971"/>
                    </a:cubicBezTo>
                    <a:cubicBezTo>
                      <a:pt x="112656" y="145329"/>
                      <a:pt x="130781" y="163453"/>
                      <a:pt x="153138" y="163453"/>
                    </a:cubicBezTo>
                    <a:close/>
                    <a:moveTo>
                      <a:pt x="82296" y="92610"/>
                    </a:moveTo>
                    <a:cubicBezTo>
                      <a:pt x="82296" y="87021"/>
                      <a:pt x="77764" y="82490"/>
                      <a:pt x="72175" y="82490"/>
                    </a:cubicBezTo>
                    <a:cubicBezTo>
                      <a:pt x="56398" y="82489"/>
                      <a:pt x="43251" y="70403"/>
                      <a:pt x="41924" y="54682"/>
                    </a:cubicBezTo>
                    <a:cubicBezTo>
                      <a:pt x="40598" y="38960"/>
                      <a:pt x="51534" y="24843"/>
                      <a:pt x="67088" y="22198"/>
                    </a:cubicBezTo>
                    <a:cubicBezTo>
                      <a:pt x="82643" y="19553"/>
                      <a:pt x="97630" y="29263"/>
                      <a:pt x="101575" y="44539"/>
                    </a:cubicBezTo>
                    <a:cubicBezTo>
                      <a:pt x="102972" y="49954"/>
                      <a:pt x="108494" y="53210"/>
                      <a:pt x="113909" y="51813"/>
                    </a:cubicBezTo>
                    <a:cubicBezTo>
                      <a:pt x="119323" y="50416"/>
                      <a:pt x="122580" y="44893"/>
                      <a:pt x="121183" y="39479"/>
                    </a:cubicBezTo>
                    <a:cubicBezTo>
                      <a:pt x="115778" y="18566"/>
                      <a:pt x="97694" y="3389"/>
                      <a:pt x="76160" y="1694"/>
                    </a:cubicBezTo>
                    <a:cubicBezTo>
                      <a:pt x="54627" y="0"/>
                      <a:pt x="34391" y="12161"/>
                      <a:pt x="25782" y="31972"/>
                    </a:cubicBezTo>
                    <a:cubicBezTo>
                      <a:pt x="17173" y="51782"/>
                      <a:pt x="22088" y="74874"/>
                      <a:pt x="38019" y="89460"/>
                    </a:cubicBezTo>
                    <a:cubicBezTo>
                      <a:pt x="24272" y="95424"/>
                      <a:pt x="12323" y="104879"/>
                      <a:pt x="3357" y="116886"/>
                    </a:cubicBezTo>
                    <a:cubicBezTo>
                      <a:pt x="0" y="121358"/>
                      <a:pt x="903" y="127704"/>
                      <a:pt x="5375" y="131061"/>
                    </a:cubicBezTo>
                    <a:cubicBezTo>
                      <a:pt x="9846" y="134418"/>
                      <a:pt x="16193" y="133515"/>
                      <a:pt x="19550" y="129044"/>
                    </a:cubicBezTo>
                    <a:cubicBezTo>
                      <a:pt x="31920" y="112416"/>
                      <a:pt x="51451" y="102650"/>
                      <a:pt x="72175" y="102731"/>
                    </a:cubicBezTo>
                    <a:cubicBezTo>
                      <a:pt x="77764" y="102731"/>
                      <a:pt x="82296" y="98200"/>
                      <a:pt x="82296" y="9261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11605" y="1759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一句用户需求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21536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“给项目加 UI 测试”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38550" y="144780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885999" y="1771401"/>
              <a:ext cx="275635" cy="275683"/>
              <a:chOff x="3885999" y="1771401"/>
              <a:chExt cx="275635" cy="27568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907631" y="1793081"/>
                <a:ext cx="202406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02406">
                    <a:moveTo>
                      <a:pt x="202406" y="101203"/>
                    </a:moveTo>
                    <a:cubicBezTo>
                      <a:pt x="202406" y="157096"/>
                      <a:pt x="157096" y="202406"/>
                      <a:pt x="101203" y="202406"/>
                    </a:cubicBezTo>
                    <a:cubicBezTo>
                      <a:pt x="45310" y="202406"/>
                      <a:pt x="0" y="157096"/>
                      <a:pt x="0" y="101203"/>
                    </a:cubicBezTo>
                    <a:cubicBezTo>
                      <a:pt x="0" y="45310"/>
                      <a:pt x="45310" y="0"/>
                      <a:pt x="101203" y="0"/>
                    </a:cubicBezTo>
                    <a:cubicBezTo>
                      <a:pt x="157096" y="0"/>
                      <a:pt x="202406" y="45310"/>
                      <a:pt x="202406" y="10120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85999" y="1771401"/>
                <a:ext cx="275635" cy="275683"/>
              </a:xfrm>
              <a:custGeom>
                <a:avLst/>
                <a:gdLst/>
                <a:ahLst/>
                <a:cxnLst/>
                <a:rect l="l" t="t" r="r" b="b"/>
                <a:pathLst>
                  <a:path w="275635" h="275683">
                    <a:moveTo>
                      <a:pt x="271680" y="257408"/>
                    </a:moveTo>
                    <a:lnTo>
                      <a:pt x="208352" y="194080"/>
                    </a:lnTo>
                    <a:cubicBezTo>
                      <a:pt x="246558" y="148259"/>
                      <a:pt x="241964" y="80492"/>
                      <a:pt x="197925" y="40246"/>
                    </a:cubicBezTo>
                    <a:cubicBezTo>
                      <a:pt x="153886" y="0"/>
                      <a:pt x="85980" y="1512"/>
                      <a:pt x="43776" y="43679"/>
                    </a:cubicBezTo>
                    <a:cubicBezTo>
                      <a:pt x="1572" y="85846"/>
                      <a:pt x="0" y="153750"/>
                      <a:pt x="40207" y="197825"/>
                    </a:cubicBezTo>
                    <a:cubicBezTo>
                      <a:pt x="80414" y="241899"/>
                      <a:pt x="148177" y="246553"/>
                      <a:pt x="194032" y="208388"/>
                    </a:cubicBezTo>
                    <a:lnTo>
                      <a:pt x="257360" y="271728"/>
                    </a:lnTo>
                    <a:cubicBezTo>
                      <a:pt x="261314" y="275683"/>
                      <a:pt x="267726" y="275683"/>
                      <a:pt x="271680" y="271728"/>
                    </a:cubicBezTo>
                    <a:cubicBezTo>
                      <a:pt x="275635" y="267774"/>
                      <a:pt x="275635" y="261362"/>
                      <a:pt x="271680" y="257408"/>
                    </a:cubicBezTo>
                    <a:close/>
                    <a:moveTo>
                      <a:pt x="31753" y="122884"/>
                    </a:moveTo>
                    <a:cubicBezTo>
                      <a:pt x="31753" y="72580"/>
                      <a:pt x="72532" y="31801"/>
                      <a:pt x="122836" y="31801"/>
                    </a:cubicBezTo>
                    <a:cubicBezTo>
                      <a:pt x="173139" y="31801"/>
                      <a:pt x="213918" y="72580"/>
                      <a:pt x="213918" y="122884"/>
                    </a:cubicBezTo>
                    <a:cubicBezTo>
                      <a:pt x="213918" y="173187"/>
                      <a:pt x="173139" y="213967"/>
                      <a:pt x="122836" y="213967"/>
                    </a:cubicBezTo>
                    <a:cubicBezTo>
                      <a:pt x="72555" y="213911"/>
                      <a:pt x="31809" y="173164"/>
                      <a:pt x="31753" y="12288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326255" y="1759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项目检查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53815" y="21536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scripts、deps、config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3200" y="144780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802041" y="1813322"/>
              <a:ext cx="283369" cy="242888"/>
              <a:chOff x="6802041" y="1813322"/>
              <a:chExt cx="283369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943725" y="1823442"/>
                <a:ext cx="131564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131564" h="222647">
                    <a:moveTo>
                      <a:pt x="131564" y="10120"/>
                    </a:moveTo>
                    <a:lnTo>
                      <a:pt x="131564" y="172045"/>
                    </a:lnTo>
                    <a:cubicBezTo>
                      <a:pt x="131564" y="177635"/>
                      <a:pt x="127033" y="182166"/>
                      <a:pt x="121444" y="182166"/>
                    </a:cubicBezTo>
                    <a:lnTo>
                      <a:pt x="40481" y="182166"/>
                    </a:lnTo>
                    <a:cubicBezTo>
                      <a:pt x="18124" y="182166"/>
                      <a:pt x="0" y="200290"/>
                      <a:pt x="0" y="222647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121444" y="0"/>
                    </a:lnTo>
                    <a:cubicBezTo>
                      <a:pt x="127033" y="0"/>
                      <a:pt x="131564" y="4531"/>
                      <a:pt x="131564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02041" y="1813322"/>
                <a:ext cx="28336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42888">
                    <a:moveTo>
                      <a:pt x="263128" y="0"/>
                    </a:moveTo>
                    <a:lnTo>
                      <a:pt x="182166" y="0"/>
                    </a:lnTo>
                    <a:cubicBezTo>
                      <a:pt x="166238" y="0"/>
                      <a:pt x="151241" y="7499"/>
                      <a:pt x="141684" y="20241"/>
                    </a:cubicBezTo>
                    <a:cubicBezTo>
                      <a:pt x="132128" y="7499"/>
                      <a:pt x="117130" y="0"/>
                      <a:pt x="101203" y="0"/>
                    </a:cubicBez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182166"/>
                    </a:lnTo>
                    <a:cubicBezTo>
                      <a:pt x="0" y="193344"/>
                      <a:pt x="9062" y="202406"/>
                      <a:pt x="20241" y="202406"/>
                    </a:cubicBezTo>
                    <a:lnTo>
                      <a:pt x="101203" y="202406"/>
                    </a:lnTo>
                    <a:cubicBezTo>
                      <a:pt x="117971" y="202406"/>
                      <a:pt x="131564" y="215999"/>
                      <a:pt x="131564" y="232767"/>
                    </a:cubicBezTo>
                    <a:cubicBezTo>
                      <a:pt x="131564" y="238356"/>
                      <a:pt x="136095" y="242888"/>
                      <a:pt x="141684" y="242888"/>
                    </a:cubicBezTo>
                    <a:cubicBezTo>
                      <a:pt x="147274" y="242888"/>
                      <a:pt x="151805" y="238356"/>
                      <a:pt x="151805" y="232767"/>
                    </a:cubicBezTo>
                    <a:cubicBezTo>
                      <a:pt x="151805" y="215999"/>
                      <a:pt x="165398" y="202406"/>
                      <a:pt x="182166" y="202406"/>
                    </a:cubicBezTo>
                    <a:lnTo>
                      <a:pt x="263128" y="202406"/>
                    </a:lnTo>
                    <a:cubicBezTo>
                      <a:pt x="274307" y="202406"/>
                      <a:pt x="283369" y="193344"/>
                      <a:pt x="283369" y="182166"/>
                    </a:cubicBezTo>
                    <a:lnTo>
                      <a:pt x="283369" y="20241"/>
                    </a:lnTo>
                    <a:cubicBezTo>
                      <a:pt x="283369" y="9062"/>
                      <a:pt x="274307" y="0"/>
                      <a:pt x="263128" y="0"/>
                    </a:cubicBezTo>
                    <a:close/>
                    <a:moveTo>
                      <a:pt x="101203" y="182166"/>
                    </a:moveTo>
                    <a:lnTo>
                      <a:pt x="20241" y="182166"/>
                    </a:lnTo>
                    <a:lnTo>
                      <a:pt x="20241" y="20241"/>
                    </a:lnTo>
                    <a:lnTo>
                      <a:pt x="101203" y="20241"/>
                    </a:lnTo>
                    <a:cubicBezTo>
                      <a:pt x="117971" y="20241"/>
                      <a:pt x="131564" y="33834"/>
                      <a:pt x="131564" y="50602"/>
                    </a:cubicBezTo>
                    <a:lnTo>
                      <a:pt x="131564" y="192286"/>
                    </a:lnTo>
                    <a:cubicBezTo>
                      <a:pt x="122813" y="185701"/>
                      <a:pt x="112155" y="182148"/>
                      <a:pt x="101203" y="182166"/>
                    </a:cubicBezTo>
                    <a:close/>
                    <a:moveTo>
                      <a:pt x="263128" y="182166"/>
                    </a:moveTo>
                    <a:lnTo>
                      <a:pt x="182166" y="182166"/>
                    </a:lnTo>
                    <a:cubicBezTo>
                      <a:pt x="171214" y="182148"/>
                      <a:pt x="160555" y="185701"/>
                      <a:pt x="151805" y="192286"/>
                    </a:cubicBezTo>
                    <a:lnTo>
                      <a:pt x="151805" y="50602"/>
                    </a:lnTo>
                    <a:cubicBezTo>
                      <a:pt x="151805" y="33834"/>
                      <a:pt x="165398" y="20241"/>
                      <a:pt x="182166" y="20241"/>
                    </a:cubicBezTo>
                    <a:lnTo>
                      <a:pt x="263128" y="20241"/>
                    </a:lnTo>
                    <a:close/>
                    <a:moveTo>
                      <a:pt x="182166" y="50602"/>
                    </a:moveTo>
                    <a:lnTo>
                      <a:pt x="232767" y="50602"/>
                    </a:lnTo>
                    <a:cubicBezTo>
                      <a:pt x="238356" y="50602"/>
                      <a:pt x="242888" y="55133"/>
                      <a:pt x="242888" y="60722"/>
                    </a:cubicBezTo>
                    <a:cubicBezTo>
                      <a:pt x="242888" y="66311"/>
                      <a:pt x="238356" y="70842"/>
                      <a:pt x="232767" y="70842"/>
                    </a:cubicBezTo>
                    <a:lnTo>
                      <a:pt x="182166" y="70842"/>
                    </a:lnTo>
                    <a:cubicBezTo>
                      <a:pt x="176576" y="70842"/>
                      <a:pt x="172045" y="66311"/>
                      <a:pt x="172045" y="60722"/>
                    </a:cubicBezTo>
                    <a:cubicBezTo>
                      <a:pt x="172045" y="55133"/>
                      <a:pt x="176576" y="50602"/>
                      <a:pt x="182166" y="50602"/>
                    </a:cubicBezTo>
                    <a:close/>
                    <a:moveTo>
                      <a:pt x="242888" y="101203"/>
                    </a:moveTo>
                    <a:cubicBezTo>
                      <a:pt x="242888" y="106792"/>
                      <a:pt x="238356" y="111323"/>
                      <a:pt x="232767" y="111323"/>
                    </a:cubicBezTo>
                    <a:lnTo>
                      <a:pt x="182166" y="111323"/>
                    </a:lnTo>
                    <a:cubicBezTo>
                      <a:pt x="176576" y="111323"/>
                      <a:pt x="172045" y="106792"/>
                      <a:pt x="172045" y="101203"/>
                    </a:cubicBezTo>
                    <a:cubicBezTo>
                      <a:pt x="172045" y="95614"/>
                      <a:pt x="176576" y="91083"/>
                      <a:pt x="182166" y="91083"/>
                    </a:cubicBezTo>
                    <a:lnTo>
                      <a:pt x="232767" y="91083"/>
                    </a:lnTo>
                    <a:cubicBezTo>
                      <a:pt x="238356" y="91083"/>
                      <a:pt x="242888" y="95614"/>
                      <a:pt x="242888" y="101203"/>
                    </a:cubicBezTo>
                    <a:close/>
                    <a:moveTo>
                      <a:pt x="242888" y="141684"/>
                    </a:moveTo>
                    <a:cubicBezTo>
                      <a:pt x="242888" y="147274"/>
                      <a:pt x="238356" y="151805"/>
                      <a:pt x="232767" y="151805"/>
                    </a:cubicBezTo>
                    <a:lnTo>
                      <a:pt x="182166" y="151805"/>
                    </a:lnTo>
                    <a:cubicBezTo>
                      <a:pt x="176576" y="151805"/>
                      <a:pt x="172045" y="147274"/>
                      <a:pt x="172045" y="141684"/>
                    </a:cubicBezTo>
                    <a:cubicBezTo>
                      <a:pt x="172045" y="136095"/>
                      <a:pt x="176576" y="131564"/>
                      <a:pt x="182166" y="131564"/>
                    </a:cubicBezTo>
                    <a:lnTo>
                      <a:pt x="232767" y="131564"/>
                    </a:lnTo>
                    <a:cubicBezTo>
                      <a:pt x="238356" y="131564"/>
                      <a:pt x="242888" y="136095"/>
                      <a:pt x="242888" y="14168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240905" y="1759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策略加载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8465" y="2153602"/>
              <a:ext cx="1529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references 按需读取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467850" y="1447800"/>
              <a:ext cx="200025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726803" y="1781967"/>
              <a:ext cx="242895" cy="243882"/>
              <a:chOff x="9726803" y="1781967"/>
              <a:chExt cx="242895" cy="24388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757172" y="1813322"/>
                <a:ext cx="202406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02406">
                    <a:moveTo>
                      <a:pt x="202406" y="10120"/>
                    </a:moveTo>
                    <a:lnTo>
                      <a:pt x="202406" y="192286"/>
                    </a:lnTo>
                    <a:cubicBezTo>
                      <a:pt x="202406" y="197875"/>
                      <a:pt x="197875" y="202406"/>
                      <a:pt x="192286" y="202406"/>
                    </a:cubicBezTo>
                    <a:lnTo>
                      <a:pt x="10120" y="202406"/>
                    </a:lnTo>
                    <a:cubicBezTo>
                      <a:pt x="4531" y="202406"/>
                      <a:pt x="0" y="197875"/>
                      <a:pt x="0" y="192286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192286" y="0"/>
                    </a:lnTo>
                    <a:cubicBezTo>
                      <a:pt x="197875" y="0"/>
                      <a:pt x="202406" y="4531"/>
                      <a:pt x="202406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726803" y="1781967"/>
                <a:ext cx="242895" cy="243882"/>
              </a:xfrm>
              <a:custGeom>
                <a:avLst/>
                <a:gdLst/>
                <a:ahLst/>
                <a:cxnLst/>
                <a:rect l="l" t="t" r="r" b="b"/>
                <a:pathLst>
                  <a:path w="242895" h="243882">
                    <a:moveTo>
                      <a:pt x="43449" y="99237"/>
                    </a:moveTo>
                    <a:lnTo>
                      <a:pt x="2968" y="58756"/>
                    </a:lnTo>
                    <a:cubicBezTo>
                      <a:pt x="1068" y="56858"/>
                      <a:pt x="0" y="54282"/>
                      <a:pt x="0" y="51596"/>
                    </a:cubicBezTo>
                    <a:cubicBezTo>
                      <a:pt x="0" y="48910"/>
                      <a:pt x="1068" y="46334"/>
                      <a:pt x="2968" y="44436"/>
                    </a:cubicBezTo>
                    <a:lnTo>
                      <a:pt x="43449" y="3954"/>
                    </a:lnTo>
                    <a:cubicBezTo>
                      <a:pt x="47404" y="0"/>
                      <a:pt x="53815" y="0"/>
                      <a:pt x="57770" y="3954"/>
                    </a:cubicBezTo>
                    <a:cubicBezTo>
                      <a:pt x="61724" y="7909"/>
                      <a:pt x="61724" y="14320"/>
                      <a:pt x="57770" y="18275"/>
                    </a:cubicBezTo>
                    <a:lnTo>
                      <a:pt x="24436" y="51596"/>
                    </a:lnTo>
                    <a:lnTo>
                      <a:pt x="57770" y="84917"/>
                    </a:lnTo>
                    <a:cubicBezTo>
                      <a:pt x="61724" y="88871"/>
                      <a:pt x="61724" y="95283"/>
                      <a:pt x="57770" y="99237"/>
                    </a:cubicBezTo>
                    <a:cubicBezTo>
                      <a:pt x="53815" y="103192"/>
                      <a:pt x="47404" y="103192"/>
                      <a:pt x="43449" y="99237"/>
                    </a:cubicBezTo>
                    <a:close/>
                    <a:moveTo>
                      <a:pt x="94051" y="99237"/>
                    </a:moveTo>
                    <a:cubicBezTo>
                      <a:pt x="95949" y="101138"/>
                      <a:pt x="98525" y="102205"/>
                      <a:pt x="101211" y="102205"/>
                    </a:cubicBezTo>
                    <a:cubicBezTo>
                      <a:pt x="103897" y="102205"/>
                      <a:pt x="106473" y="101138"/>
                      <a:pt x="108371" y="99237"/>
                    </a:cubicBezTo>
                    <a:lnTo>
                      <a:pt x="148852" y="58756"/>
                    </a:lnTo>
                    <a:cubicBezTo>
                      <a:pt x="150753" y="56858"/>
                      <a:pt x="151821" y="54282"/>
                      <a:pt x="151821" y="51596"/>
                    </a:cubicBezTo>
                    <a:cubicBezTo>
                      <a:pt x="151821" y="48910"/>
                      <a:pt x="150753" y="46334"/>
                      <a:pt x="148852" y="44436"/>
                    </a:cubicBezTo>
                    <a:lnTo>
                      <a:pt x="108371" y="3954"/>
                    </a:lnTo>
                    <a:cubicBezTo>
                      <a:pt x="104417" y="0"/>
                      <a:pt x="98005" y="0"/>
                      <a:pt x="94051" y="3954"/>
                    </a:cubicBezTo>
                    <a:cubicBezTo>
                      <a:pt x="90097" y="7909"/>
                      <a:pt x="90097" y="14320"/>
                      <a:pt x="94051" y="18275"/>
                    </a:cubicBezTo>
                    <a:lnTo>
                      <a:pt x="127385" y="51596"/>
                    </a:lnTo>
                    <a:lnTo>
                      <a:pt x="94051" y="84917"/>
                    </a:lnTo>
                    <a:cubicBezTo>
                      <a:pt x="92151" y="86815"/>
                      <a:pt x="91083" y="89391"/>
                      <a:pt x="91083" y="92077"/>
                    </a:cubicBezTo>
                    <a:cubicBezTo>
                      <a:pt x="91083" y="94763"/>
                      <a:pt x="92151" y="97339"/>
                      <a:pt x="94051" y="99237"/>
                    </a:cubicBezTo>
                    <a:close/>
                    <a:moveTo>
                      <a:pt x="222655" y="21235"/>
                    </a:moveTo>
                    <a:lnTo>
                      <a:pt x="192294" y="21235"/>
                    </a:lnTo>
                    <a:cubicBezTo>
                      <a:pt x="186705" y="21235"/>
                      <a:pt x="182174" y="25766"/>
                      <a:pt x="182174" y="31355"/>
                    </a:cubicBezTo>
                    <a:cubicBezTo>
                      <a:pt x="182174" y="36944"/>
                      <a:pt x="186705" y="41475"/>
                      <a:pt x="192294" y="41475"/>
                    </a:cubicBezTo>
                    <a:lnTo>
                      <a:pt x="222655" y="41475"/>
                    </a:lnTo>
                    <a:lnTo>
                      <a:pt x="222655" y="223641"/>
                    </a:lnTo>
                    <a:lnTo>
                      <a:pt x="40489" y="223641"/>
                    </a:lnTo>
                    <a:lnTo>
                      <a:pt x="40489" y="142679"/>
                    </a:lnTo>
                    <a:cubicBezTo>
                      <a:pt x="40489" y="137089"/>
                      <a:pt x="35958" y="132558"/>
                      <a:pt x="30369" y="132558"/>
                    </a:cubicBezTo>
                    <a:cubicBezTo>
                      <a:pt x="24780" y="132558"/>
                      <a:pt x="20249" y="137089"/>
                      <a:pt x="20249" y="142679"/>
                    </a:cubicBezTo>
                    <a:lnTo>
                      <a:pt x="20249" y="223641"/>
                    </a:lnTo>
                    <a:cubicBezTo>
                      <a:pt x="20249" y="234820"/>
                      <a:pt x="29311" y="243882"/>
                      <a:pt x="40489" y="243882"/>
                    </a:cubicBezTo>
                    <a:lnTo>
                      <a:pt x="222655" y="243882"/>
                    </a:lnTo>
                    <a:cubicBezTo>
                      <a:pt x="233833" y="243882"/>
                      <a:pt x="242895" y="234820"/>
                      <a:pt x="242895" y="223641"/>
                    </a:cubicBezTo>
                    <a:lnTo>
                      <a:pt x="242895" y="41475"/>
                    </a:lnTo>
                    <a:cubicBezTo>
                      <a:pt x="242895" y="30297"/>
                      <a:pt x="233833" y="21235"/>
                      <a:pt x="222655" y="2123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155555" y="17592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实现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83115" y="21536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spec、fixture、page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76500" y="390525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2735461" y="4260652"/>
              <a:ext cx="263128" cy="222647"/>
              <a:chOff x="2735461" y="4260652"/>
              <a:chExt cx="263128" cy="22264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745581" y="4270772"/>
                <a:ext cx="242888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60722">
                    <a:moveTo>
                      <a:pt x="242888" y="10120"/>
                    </a:moveTo>
                    <a:lnTo>
                      <a:pt x="242888" y="60722"/>
                    </a:lnTo>
                    <a:lnTo>
                      <a:pt x="0" y="60722"/>
                    </a:ln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lnTo>
                      <a:pt x="232767" y="0"/>
                    </a:lnTo>
                    <a:cubicBezTo>
                      <a:pt x="238356" y="0"/>
                      <a:pt x="242888" y="4531"/>
                      <a:pt x="242888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735461" y="4260652"/>
                <a:ext cx="263128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22647">
                    <a:moveTo>
                      <a:pt x="242888" y="0"/>
                    </a:move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202406"/>
                    </a:lnTo>
                    <a:cubicBezTo>
                      <a:pt x="0" y="213585"/>
                      <a:pt x="9062" y="222647"/>
                      <a:pt x="20241" y="222647"/>
                    </a:cubicBezTo>
                    <a:lnTo>
                      <a:pt x="242888" y="222647"/>
                    </a:lnTo>
                    <a:cubicBezTo>
                      <a:pt x="254066" y="222647"/>
                      <a:pt x="263128" y="213585"/>
                      <a:pt x="263128" y="202406"/>
                    </a:cubicBezTo>
                    <a:lnTo>
                      <a:pt x="263128" y="20241"/>
                    </a:lnTo>
                    <a:cubicBezTo>
                      <a:pt x="263128" y="9062"/>
                      <a:pt x="254066" y="0"/>
                      <a:pt x="242888" y="0"/>
                    </a:cubicBezTo>
                    <a:close/>
                    <a:moveTo>
                      <a:pt x="242888" y="20241"/>
                    </a:moveTo>
                    <a:lnTo>
                      <a:pt x="242888" y="60722"/>
                    </a:lnTo>
                    <a:lnTo>
                      <a:pt x="20241" y="60722"/>
                    </a:lnTo>
                    <a:lnTo>
                      <a:pt x="20241" y="20241"/>
                    </a:lnTo>
                    <a:close/>
                    <a:moveTo>
                      <a:pt x="242888" y="202406"/>
                    </a:moveTo>
                    <a:lnTo>
                      <a:pt x="20241" y="202406"/>
                    </a:lnTo>
                    <a:lnTo>
                      <a:pt x="20241" y="80962"/>
                    </a:lnTo>
                    <a:lnTo>
                      <a:pt x="242888" y="80962"/>
                    </a:lnTo>
                    <a:lnTo>
                      <a:pt x="242888" y="20240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164205" y="4216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本地运行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91765" y="4611052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Chromium baseline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91150" y="390525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650111" y="4250531"/>
              <a:ext cx="263128" cy="232767"/>
              <a:chOff x="5650111" y="4250531"/>
              <a:chExt cx="263128" cy="23276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812036" y="4260652"/>
                <a:ext cx="70842" cy="212527"/>
              </a:xfrm>
              <a:custGeom>
                <a:avLst/>
                <a:gdLst/>
                <a:ahLst/>
                <a:cxnLst/>
                <a:rect l="l" t="t" r="r" b="b"/>
                <a:pathLst>
                  <a:path w="70842" h="212527">
                    <a:moveTo>
                      <a:pt x="70842" y="0"/>
                    </a:moveTo>
                    <a:lnTo>
                      <a:pt x="70842" y="212527"/>
                    </a:lnTo>
                    <a:lnTo>
                      <a:pt x="0" y="212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650111" y="4250531"/>
                <a:ext cx="263128" cy="23276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32767">
                    <a:moveTo>
                      <a:pt x="253008" y="212527"/>
                    </a:moveTo>
                    <a:lnTo>
                      <a:pt x="242888" y="212527"/>
                    </a:lnTo>
                    <a:lnTo>
                      <a:pt x="242888" y="10120"/>
                    </a:lnTo>
                    <a:cubicBezTo>
                      <a:pt x="242888" y="4531"/>
                      <a:pt x="238356" y="0"/>
                      <a:pt x="232767" y="0"/>
                    </a:cubicBezTo>
                    <a:lnTo>
                      <a:pt x="161925" y="0"/>
                    </a:lnTo>
                    <a:cubicBezTo>
                      <a:pt x="156336" y="0"/>
                      <a:pt x="151805" y="4531"/>
                      <a:pt x="151805" y="10120"/>
                    </a:cubicBezTo>
                    <a:lnTo>
                      <a:pt x="151805" y="60722"/>
                    </a:lnTo>
                    <a:lnTo>
                      <a:pt x="91083" y="60722"/>
                    </a:lnTo>
                    <a:cubicBezTo>
                      <a:pt x="85494" y="60722"/>
                      <a:pt x="80962" y="65253"/>
                      <a:pt x="80962" y="70842"/>
                    </a:cubicBezTo>
                    <a:lnTo>
                      <a:pt x="80962" y="121444"/>
                    </a:lnTo>
                    <a:lnTo>
                      <a:pt x="30361" y="121444"/>
                    </a:lnTo>
                    <a:cubicBezTo>
                      <a:pt x="24772" y="121444"/>
                      <a:pt x="20241" y="125975"/>
                      <a:pt x="20241" y="131564"/>
                    </a:cubicBezTo>
                    <a:lnTo>
                      <a:pt x="20241" y="212527"/>
                    </a:lnTo>
                    <a:lnTo>
                      <a:pt x="10120" y="212527"/>
                    </a:lnTo>
                    <a:cubicBezTo>
                      <a:pt x="4531" y="212527"/>
                      <a:pt x="0" y="217058"/>
                      <a:pt x="0" y="222647"/>
                    </a:cubicBezTo>
                    <a:cubicBezTo>
                      <a:pt x="0" y="228236"/>
                      <a:pt x="4531" y="232767"/>
                      <a:pt x="10120" y="232767"/>
                    </a:cubicBezTo>
                    <a:lnTo>
                      <a:pt x="253008" y="232767"/>
                    </a:lnTo>
                    <a:cubicBezTo>
                      <a:pt x="258597" y="232767"/>
                      <a:pt x="263128" y="228236"/>
                      <a:pt x="263128" y="222647"/>
                    </a:cubicBezTo>
                    <a:cubicBezTo>
                      <a:pt x="263128" y="217058"/>
                      <a:pt x="258597" y="212527"/>
                      <a:pt x="253008" y="212527"/>
                    </a:cubicBezTo>
                    <a:close/>
                    <a:moveTo>
                      <a:pt x="172045" y="20241"/>
                    </a:moveTo>
                    <a:lnTo>
                      <a:pt x="222647" y="20241"/>
                    </a:lnTo>
                    <a:lnTo>
                      <a:pt x="222647" y="212527"/>
                    </a:lnTo>
                    <a:lnTo>
                      <a:pt x="172045" y="212527"/>
                    </a:lnTo>
                    <a:close/>
                    <a:moveTo>
                      <a:pt x="101203" y="80962"/>
                    </a:moveTo>
                    <a:lnTo>
                      <a:pt x="151805" y="80962"/>
                    </a:lnTo>
                    <a:lnTo>
                      <a:pt x="151805" y="212527"/>
                    </a:lnTo>
                    <a:lnTo>
                      <a:pt x="101203" y="212527"/>
                    </a:lnTo>
                    <a:close/>
                    <a:moveTo>
                      <a:pt x="40481" y="141684"/>
                    </a:moveTo>
                    <a:lnTo>
                      <a:pt x="80962" y="141684"/>
                    </a:lnTo>
                    <a:lnTo>
                      <a:pt x="80962" y="212527"/>
                    </a:lnTo>
                    <a:lnTo>
                      <a:pt x="40481" y="212527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078855" y="4216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报告产物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06415" y="4611052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report、trace、video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05800" y="3905250"/>
              <a:ext cx="23241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564761" y="4240411"/>
              <a:ext cx="263128" cy="263128"/>
              <a:chOff x="8564761" y="4240411"/>
              <a:chExt cx="263128" cy="26312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574881" y="42505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42888" y="121444"/>
                    </a:moveTo>
                    <a:cubicBezTo>
                      <a:pt x="242888" y="188515"/>
                      <a:pt x="188515" y="242888"/>
                      <a:pt x="121444" y="242888"/>
                    </a:cubicBezTo>
                    <a:cubicBezTo>
                      <a:pt x="54372" y="242888"/>
                      <a:pt x="0" y="188515"/>
                      <a:pt x="0" y="121444"/>
                    </a:cubicBezTo>
                    <a:cubicBezTo>
                      <a:pt x="0" y="54372"/>
                      <a:pt x="54372" y="0"/>
                      <a:pt x="121444" y="0"/>
                    </a:cubicBezTo>
                    <a:cubicBezTo>
                      <a:pt x="188515" y="0"/>
                      <a:pt x="242888" y="54372"/>
                      <a:pt x="242888" y="121444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564761" y="4240411"/>
                <a:ext cx="263128" cy="263128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63128">
                    <a:moveTo>
                      <a:pt x="189326" y="94043"/>
                    </a:moveTo>
                    <a:cubicBezTo>
                      <a:pt x="191226" y="95941"/>
                      <a:pt x="192294" y="98517"/>
                      <a:pt x="192294" y="101203"/>
                    </a:cubicBezTo>
                    <a:cubicBezTo>
                      <a:pt x="192294" y="103889"/>
                      <a:pt x="191226" y="106465"/>
                      <a:pt x="189326" y="108363"/>
                    </a:cubicBezTo>
                    <a:lnTo>
                      <a:pt x="118484" y="179205"/>
                    </a:lnTo>
                    <a:cubicBezTo>
                      <a:pt x="116585" y="181106"/>
                      <a:pt x="114009" y="182174"/>
                      <a:pt x="111323" y="182174"/>
                    </a:cubicBezTo>
                    <a:cubicBezTo>
                      <a:pt x="108637" y="182174"/>
                      <a:pt x="106062" y="181106"/>
                      <a:pt x="104163" y="179205"/>
                    </a:cubicBezTo>
                    <a:lnTo>
                      <a:pt x="73802" y="148844"/>
                    </a:lnTo>
                    <a:cubicBezTo>
                      <a:pt x="69848" y="144890"/>
                      <a:pt x="69848" y="138479"/>
                      <a:pt x="73802" y="134524"/>
                    </a:cubicBezTo>
                    <a:cubicBezTo>
                      <a:pt x="77757" y="130570"/>
                      <a:pt x="84168" y="130570"/>
                      <a:pt x="88123" y="134524"/>
                    </a:cubicBezTo>
                    <a:lnTo>
                      <a:pt x="111323" y="157738"/>
                    </a:lnTo>
                    <a:lnTo>
                      <a:pt x="175006" y="94043"/>
                    </a:lnTo>
                    <a:cubicBezTo>
                      <a:pt x="176904" y="92143"/>
                      <a:pt x="179480" y="91075"/>
                      <a:pt x="182166" y="91075"/>
                    </a:cubicBezTo>
                    <a:cubicBezTo>
                      <a:pt x="184852" y="91075"/>
                      <a:pt x="187427" y="92143"/>
                      <a:pt x="189326" y="94043"/>
                    </a:cubicBezTo>
                    <a:close/>
                    <a:moveTo>
                      <a:pt x="263128" y="131564"/>
                    </a:moveTo>
                    <a:cubicBezTo>
                      <a:pt x="263128" y="204225"/>
                      <a:pt x="204225" y="263128"/>
                      <a:pt x="131564" y="263128"/>
                    </a:cubicBezTo>
                    <a:cubicBezTo>
                      <a:pt x="58903" y="263128"/>
                      <a:pt x="0" y="204225"/>
                      <a:pt x="0" y="131564"/>
                    </a:cubicBezTo>
                    <a:cubicBezTo>
                      <a:pt x="0" y="58903"/>
                      <a:pt x="58903" y="0"/>
                      <a:pt x="131564" y="0"/>
                    </a:cubicBezTo>
                    <a:cubicBezTo>
                      <a:pt x="204193" y="77"/>
                      <a:pt x="263051" y="58935"/>
                      <a:pt x="263128" y="131564"/>
                    </a:cubicBezTo>
                    <a:close/>
                    <a:moveTo>
                      <a:pt x="242888" y="131564"/>
                    </a:moveTo>
                    <a:cubicBezTo>
                      <a:pt x="242888" y="70082"/>
                      <a:pt x="193046" y="20241"/>
                      <a:pt x="131564" y="20241"/>
                    </a:cubicBezTo>
                    <a:cubicBezTo>
                      <a:pt x="70082" y="20241"/>
                      <a:pt x="20241" y="70082"/>
                      <a:pt x="20241" y="131564"/>
                    </a:cubicBezTo>
                    <a:cubicBezTo>
                      <a:pt x="20241" y="193046"/>
                      <a:pt x="70082" y="242888"/>
                      <a:pt x="131564" y="242888"/>
                    </a:cubicBezTo>
                    <a:cubicBezTo>
                      <a:pt x="193017" y="242818"/>
                      <a:pt x="242818" y="193017"/>
                      <a:pt x="242888" y="131564"/>
                    </a:cubicBez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993505" y="4216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最终汇报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21065" y="46110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改动、验证、风险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3181350" y="1876425"/>
              <a:ext cx="533400" cy="247650"/>
            </a:xfrm>
            <a:custGeom>
              <a:avLst/>
              <a:gdLst/>
              <a:ahLst/>
              <a:cxnLst/>
              <a:rect l="l" t="t" r="r" b="b"/>
              <a:pathLst>
                <a:path w="533400" h="247650">
                  <a:moveTo>
                    <a:pt x="0" y="76200"/>
                  </a:moveTo>
                  <a:lnTo>
                    <a:pt x="361950" y="76200"/>
                  </a:lnTo>
                  <a:lnTo>
                    <a:pt x="361950" y="0"/>
                  </a:lnTo>
                  <a:lnTo>
                    <a:pt x="533400" y="123825"/>
                  </a:lnTo>
                  <a:lnTo>
                    <a:pt x="361950" y="247650"/>
                  </a:lnTo>
                  <a:lnTo>
                    <a:pt x="3619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51" name="Polygon 51"/>
            <p:cNvSpPr/>
            <p:nvPr/>
          </p:nvSpPr>
          <p:spPr>
            <a:xfrm>
              <a:off x="6096000" y="1876425"/>
              <a:ext cx="533400" cy="247650"/>
            </a:xfrm>
            <a:custGeom>
              <a:avLst/>
              <a:gdLst/>
              <a:ahLst/>
              <a:cxnLst/>
              <a:rect l="l" t="t" r="r" b="b"/>
              <a:pathLst>
                <a:path w="533400" h="247650">
                  <a:moveTo>
                    <a:pt x="0" y="76200"/>
                  </a:moveTo>
                  <a:lnTo>
                    <a:pt x="361950" y="76200"/>
                  </a:lnTo>
                  <a:lnTo>
                    <a:pt x="361950" y="0"/>
                  </a:lnTo>
                  <a:lnTo>
                    <a:pt x="533400" y="123825"/>
                  </a:lnTo>
                  <a:lnTo>
                    <a:pt x="361950" y="247650"/>
                  </a:lnTo>
                  <a:lnTo>
                    <a:pt x="3619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9010650" y="1876425"/>
              <a:ext cx="533400" cy="247650"/>
            </a:xfrm>
            <a:custGeom>
              <a:avLst/>
              <a:gdLst/>
              <a:ahLst/>
              <a:cxnLst/>
              <a:rect l="l" t="t" r="r" b="b"/>
              <a:pathLst>
                <a:path w="533400" h="247650">
                  <a:moveTo>
                    <a:pt x="0" y="76200"/>
                  </a:moveTo>
                  <a:lnTo>
                    <a:pt x="361950" y="76200"/>
                  </a:lnTo>
                  <a:lnTo>
                    <a:pt x="361950" y="0"/>
                  </a:lnTo>
                  <a:lnTo>
                    <a:pt x="533400" y="123825"/>
                  </a:lnTo>
                  <a:lnTo>
                    <a:pt x="361950" y="247650"/>
                  </a:lnTo>
                  <a:lnTo>
                    <a:pt x="3619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53" name="Polygon 53"/>
            <p:cNvSpPr/>
            <p:nvPr/>
          </p:nvSpPr>
          <p:spPr>
            <a:xfrm>
              <a:off x="10134600" y="2724150"/>
              <a:ext cx="304800" cy="914400"/>
            </a:xfrm>
            <a:custGeom>
              <a:avLst/>
              <a:gdLst/>
              <a:ahLst/>
              <a:cxnLst/>
              <a:rect l="l" t="t" r="r" b="b"/>
              <a:pathLst>
                <a:path w="304800" h="914400">
                  <a:moveTo>
                    <a:pt x="209550" y="0"/>
                  </a:moveTo>
                  <a:lnTo>
                    <a:pt x="209550" y="666750"/>
                  </a:lnTo>
                  <a:lnTo>
                    <a:pt x="304800" y="666750"/>
                  </a:lnTo>
                  <a:lnTo>
                    <a:pt x="152400" y="914400"/>
                  </a:lnTo>
                  <a:lnTo>
                    <a:pt x="0" y="666750"/>
                  </a:lnTo>
                  <a:lnTo>
                    <a:pt x="95250" y="6667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54" name="Polygon 54"/>
            <p:cNvSpPr/>
            <p:nvPr/>
          </p:nvSpPr>
          <p:spPr>
            <a:xfrm>
              <a:off x="7677150" y="4333875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628650" y="76200"/>
                  </a:moveTo>
                  <a:lnTo>
                    <a:pt x="171450" y="76200"/>
                  </a:lnTo>
                  <a:lnTo>
                    <a:pt x="171450" y="0"/>
                  </a:lnTo>
                  <a:lnTo>
                    <a:pt x="0" y="123825"/>
                  </a:lnTo>
                  <a:lnTo>
                    <a:pt x="171450" y="247650"/>
                  </a:lnTo>
                  <a:lnTo>
                    <a:pt x="171450" y="171450"/>
                  </a:lnTo>
                  <a:lnTo>
                    <a:pt x="62865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55" name="Polygon 55"/>
            <p:cNvSpPr/>
            <p:nvPr/>
          </p:nvSpPr>
          <p:spPr>
            <a:xfrm>
              <a:off x="4762500" y="4333875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628650" y="76200"/>
                  </a:moveTo>
                  <a:lnTo>
                    <a:pt x="171450" y="76200"/>
                  </a:lnTo>
                  <a:lnTo>
                    <a:pt x="171450" y="0"/>
                  </a:lnTo>
                  <a:lnTo>
                    <a:pt x="0" y="123825"/>
                  </a:lnTo>
                  <a:lnTo>
                    <a:pt x="171450" y="247650"/>
                  </a:lnTo>
                  <a:lnTo>
                    <a:pt x="171450" y="171450"/>
                  </a:lnTo>
                  <a:lnTo>
                    <a:pt x="62865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714500" y="5600700"/>
            <a:ext cx="8763000" cy="457200"/>
            <a:chOff x="1714500" y="5600700"/>
            <a:chExt cx="8763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1714500" y="5600700"/>
              <a:ext cx="8763000" cy="457200"/>
            </a:xfrm>
            <a:prstGeom prst="roundRect">
              <a:avLst>
                <a:gd name="adj" fmla="val 2083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021205" y="5750242"/>
              <a:ext cx="79219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闭环标准：每一次自动化改动，都能回答“为什么这样写、怎么验证、失败时看哪里”。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2922" y="6406991"/>
            <a:ext cx="10956155" cy="167640"/>
            <a:chOff x="522922" y="6406991"/>
            <a:chExt cx="10956155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522922" y="6406991"/>
              <a:ext cx="2713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Skill workflow and response contract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14722" y="64069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190500"/>
            <a:ext cx="12192000" cy="7143750"/>
            <a:chOff x="0" y="-190500"/>
            <a:chExt cx="12192000" cy="7143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6FF">
                <a:alpha val="57999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67750" y="-190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572500" y="3905250"/>
              <a:ext cx="3048000" cy="30480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43890" y="872490"/>
            <a:ext cx="4942027" cy="1365885"/>
            <a:chOff x="643890" y="872490"/>
            <a:chExt cx="4942027" cy="1365885"/>
          </a:xfrm>
        </p:grpSpPr>
        <p:sp>
          <p:nvSpPr>
            <p:cNvPr id="7" name="TextBox 7"/>
            <p:cNvSpPr txBox="1"/>
            <p:nvPr/>
          </p:nvSpPr>
          <p:spPr>
            <a:xfrm>
              <a:off x="662940" y="8724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五、总结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3890" y="1567815"/>
              <a:ext cx="494202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好 Skill 的工程化公式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2400300"/>
            <a:ext cx="9867900" cy="1104900"/>
            <a:chOff x="685800" y="2400300"/>
            <a:chExt cx="9867900" cy="1104900"/>
          </a:xfrm>
        </p:grpSpPr>
        <p:sp>
          <p:nvSpPr>
            <p:cNvPr id="10" name="Rectangle 10"/>
            <p:cNvSpPr/>
            <p:nvPr/>
          </p:nvSpPr>
          <p:spPr>
            <a:xfrm>
              <a:off x="685800" y="2400300"/>
              <a:ext cx="9867900" cy="1104900"/>
            </a:xfrm>
            <a:prstGeom prst="roundRect">
              <a:avLst>
                <a:gd name="adj" fmla="val 155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72515" y="2801302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入口清晰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29865" y="2801302"/>
              <a:ext cx="2798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0415" y="2801302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流程稳定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77765" y="2801302"/>
              <a:ext cx="2798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68315" y="2801302"/>
              <a:ext cx="2020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工具可验证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06665" y="2801302"/>
              <a:ext cx="2798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=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7215" y="2801302"/>
              <a:ext cx="2020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可复用能力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4095750"/>
            <a:ext cx="9753600" cy="1223962"/>
            <a:chOff x="685800" y="4095750"/>
            <a:chExt cx="9753600" cy="1223962"/>
          </a:xfrm>
        </p:grpSpPr>
        <p:sp>
          <p:nvSpPr>
            <p:cNvPr id="19" name="Rectangle 19"/>
            <p:cNvSpPr/>
            <p:nvPr/>
          </p:nvSpPr>
          <p:spPr>
            <a:xfrm>
              <a:off x="685800" y="409575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040638" y="4409777"/>
              <a:ext cx="223705" cy="305396"/>
              <a:chOff x="1040638" y="4409777"/>
              <a:chExt cx="223705" cy="3053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1322" y="4420791"/>
                <a:ext cx="202406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83369">
                    <a:moveTo>
                      <a:pt x="60722" y="283369"/>
                    </a:moveTo>
                    <a:lnTo>
                      <a:pt x="80962" y="182166"/>
                    </a:lnTo>
                    <a:lnTo>
                      <a:pt x="0" y="151805"/>
                    </a:lnTo>
                    <a:lnTo>
                      <a:pt x="141684" y="0"/>
                    </a:lnTo>
                    <a:lnTo>
                      <a:pt x="121444" y="101203"/>
                    </a:lnTo>
                    <a:lnTo>
                      <a:pt x="202406" y="131564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0638" y="4409777"/>
                <a:ext cx="223705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23705" h="305396">
                    <a:moveTo>
                      <a:pt x="222945" y="140263"/>
                    </a:moveTo>
                    <a:cubicBezTo>
                      <a:pt x="222167" y="136969"/>
                      <a:pt x="219793" y="134281"/>
                      <a:pt x="216620" y="133103"/>
                    </a:cubicBezTo>
                    <a:lnTo>
                      <a:pt x="143741" y="105765"/>
                    </a:lnTo>
                    <a:lnTo>
                      <a:pt x="162287" y="13000"/>
                    </a:lnTo>
                    <a:cubicBezTo>
                      <a:pt x="163149" y="8572"/>
                      <a:pt x="160977" y="4108"/>
                      <a:pt x="156960" y="2054"/>
                    </a:cubicBezTo>
                    <a:cubicBezTo>
                      <a:pt x="152944" y="0"/>
                      <a:pt x="148053" y="853"/>
                      <a:pt x="144968" y="4145"/>
                    </a:cubicBezTo>
                    <a:lnTo>
                      <a:pt x="3284" y="155949"/>
                    </a:lnTo>
                    <a:cubicBezTo>
                      <a:pt x="947" y="158412"/>
                      <a:pt x="0" y="161883"/>
                      <a:pt x="763" y="165192"/>
                    </a:cubicBezTo>
                    <a:cubicBezTo>
                      <a:pt x="1527" y="168500"/>
                      <a:pt x="3899" y="171205"/>
                      <a:pt x="7079" y="172395"/>
                    </a:cubicBezTo>
                    <a:lnTo>
                      <a:pt x="79983" y="199732"/>
                    </a:lnTo>
                    <a:lnTo>
                      <a:pt x="61488" y="292396"/>
                    </a:lnTo>
                    <a:cubicBezTo>
                      <a:pt x="60626" y="296824"/>
                      <a:pt x="62798" y="301289"/>
                      <a:pt x="66814" y="303343"/>
                    </a:cubicBezTo>
                    <a:cubicBezTo>
                      <a:pt x="70831" y="305396"/>
                      <a:pt x="75722" y="304544"/>
                      <a:pt x="78807" y="301252"/>
                    </a:cubicBezTo>
                    <a:lnTo>
                      <a:pt x="220491" y="149447"/>
                    </a:lnTo>
                    <a:cubicBezTo>
                      <a:pt x="222786" y="146984"/>
                      <a:pt x="223705" y="143542"/>
                      <a:pt x="222945" y="140263"/>
                    </a:cubicBezTo>
                    <a:close/>
                    <a:moveTo>
                      <a:pt x="88320" y="261492"/>
                    </a:moveTo>
                    <a:lnTo>
                      <a:pt x="101565" y="195229"/>
                    </a:lnTo>
                    <a:cubicBezTo>
                      <a:pt x="102544" y="190375"/>
                      <a:pt x="99868" y="185526"/>
                      <a:pt x="95240" y="183768"/>
                    </a:cubicBezTo>
                    <a:lnTo>
                      <a:pt x="28395" y="158656"/>
                    </a:lnTo>
                    <a:lnTo>
                      <a:pt x="135443" y="43968"/>
                    </a:lnTo>
                    <a:lnTo>
                      <a:pt x="122210" y="110231"/>
                    </a:lnTo>
                    <a:cubicBezTo>
                      <a:pt x="121231" y="115084"/>
                      <a:pt x="123907" y="119933"/>
                      <a:pt x="128535" y="121692"/>
                    </a:cubicBezTo>
                    <a:lnTo>
                      <a:pt x="195329" y="14674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49705" y="44643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触发要精准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7265" y="4896802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description 决定什么时候接管，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7265" y="51063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正文决定接管后怎么做。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76700" y="409575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401741" y="4461272"/>
              <a:ext cx="283369" cy="242888"/>
              <a:chOff x="4401741" y="4461272"/>
              <a:chExt cx="283369" cy="2428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543425" y="4471392"/>
                <a:ext cx="131564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131564" h="222647">
                    <a:moveTo>
                      <a:pt x="131564" y="10120"/>
                    </a:moveTo>
                    <a:lnTo>
                      <a:pt x="131564" y="172045"/>
                    </a:lnTo>
                    <a:cubicBezTo>
                      <a:pt x="131564" y="177635"/>
                      <a:pt x="127033" y="182166"/>
                      <a:pt x="121444" y="182166"/>
                    </a:cubicBezTo>
                    <a:lnTo>
                      <a:pt x="40481" y="182166"/>
                    </a:lnTo>
                    <a:cubicBezTo>
                      <a:pt x="18124" y="182166"/>
                      <a:pt x="0" y="200290"/>
                      <a:pt x="0" y="222647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121444" y="0"/>
                    </a:lnTo>
                    <a:cubicBezTo>
                      <a:pt x="127033" y="0"/>
                      <a:pt x="131564" y="4531"/>
                      <a:pt x="131564" y="1012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01741" y="4461272"/>
                <a:ext cx="28336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42888">
                    <a:moveTo>
                      <a:pt x="263128" y="0"/>
                    </a:moveTo>
                    <a:lnTo>
                      <a:pt x="182166" y="0"/>
                    </a:lnTo>
                    <a:cubicBezTo>
                      <a:pt x="166238" y="0"/>
                      <a:pt x="151241" y="7499"/>
                      <a:pt x="141684" y="20241"/>
                    </a:cubicBezTo>
                    <a:cubicBezTo>
                      <a:pt x="132128" y="7499"/>
                      <a:pt x="117130" y="0"/>
                      <a:pt x="101203" y="0"/>
                    </a:cubicBezTo>
                    <a:lnTo>
                      <a:pt x="20241" y="0"/>
                    </a:lnTo>
                    <a:cubicBezTo>
                      <a:pt x="9062" y="0"/>
                      <a:pt x="0" y="9062"/>
                      <a:pt x="0" y="20241"/>
                    </a:cubicBezTo>
                    <a:lnTo>
                      <a:pt x="0" y="182166"/>
                    </a:lnTo>
                    <a:cubicBezTo>
                      <a:pt x="0" y="193344"/>
                      <a:pt x="9062" y="202406"/>
                      <a:pt x="20241" y="202406"/>
                    </a:cubicBezTo>
                    <a:lnTo>
                      <a:pt x="101203" y="202406"/>
                    </a:lnTo>
                    <a:cubicBezTo>
                      <a:pt x="117971" y="202406"/>
                      <a:pt x="131564" y="215999"/>
                      <a:pt x="131564" y="232767"/>
                    </a:cubicBezTo>
                    <a:cubicBezTo>
                      <a:pt x="131564" y="238356"/>
                      <a:pt x="136095" y="242888"/>
                      <a:pt x="141684" y="242888"/>
                    </a:cubicBezTo>
                    <a:cubicBezTo>
                      <a:pt x="147274" y="242888"/>
                      <a:pt x="151805" y="238356"/>
                      <a:pt x="151805" y="232767"/>
                    </a:cubicBezTo>
                    <a:cubicBezTo>
                      <a:pt x="151805" y="215999"/>
                      <a:pt x="165398" y="202406"/>
                      <a:pt x="182166" y="202406"/>
                    </a:cubicBezTo>
                    <a:lnTo>
                      <a:pt x="263128" y="202406"/>
                    </a:lnTo>
                    <a:cubicBezTo>
                      <a:pt x="274307" y="202406"/>
                      <a:pt x="283369" y="193344"/>
                      <a:pt x="283369" y="182166"/>
                    </a:cubicBezTo>
                    <a:lnTo>
                      <a:pt x="283369" y="20241"/>
                    </a:lnTo>
                    <a:cubicBezTo>
                      <a:pt x="283369" y="9062"/>
                      <a:pt x="274307" y="0"/>
                      <a:pt x="263128" y="0"/>
                    </a:cubicBezTo>
                    <a:close/>
                    <a:moveTo>
                      <a:pt x="101203" y="182166"/>
                    </a:moveTo>
                    <a:lnTo>
                      <a:pt x="20241" y="182166"/>
                    </a:lnTo>
                    <a:lnTo>
                      <a:pt x="20241" y="20241"/>
                    </a:lnTo>
                    <a:lnTo>
                      <a:pt x="101203" y="20241"/>
                    </a:lnTo>
                    <a:cubicBezTo>
                      <a:pt x="117971" y="20241"/>
                      <a:pt x="131564" y="33834"/>
                      <a:pt x="131564" y="50602"/>
                    </a:cubicBezTo>
                    <a:lnTo>
                      <a:pt x="131564" y="192286"/>
                    </a:lnTo>
                    <a:cubicBezTo>
                      <a:pt x="122813" y="185701"/>
                      <a:pt x="112155" y="182148"/>
                      <a:pt x="101203" y="182166"/>
                    </a:cubicBezTo>
                    <a:close/>
                    <a:moveTo>
                      <a:pt x="263128" y="182166"/>
                    </a:moveTo>
                    <a:lnTo>
                      <a:pt x="182166" y="182166"/>
                    </a:lnTo>
                    <a:cubicBezTo>
                      <a:pt x="171214" y="182148"/>
                      <a:pt x="160555" y="185701"/>
                      <a:pt x="151805" y="192286"/>
                    </a:cubicBezTo>
                    <a:lnTo>
                      <a:pt x="151805" y="50602"/>
                    </a:lnTo>
                    <a:cubicBezTo>
                      <a:pt x="151805" y="33834"/>
                      <a:pt x="165398" y="20241"/>
                      <a:pt x="182166" y="20241"/>
                    </a:cubicBezTo>
                    <a:lnTo>
                      <a:pt x="263128" y="20241"/>
                    </a:lnTo>
                    <a:close/>
                    <a:moveTo>
                      <a:pt x="182166" y="50602"/>
                    </a:moveTo>
                    <a:lnTo>
                      <a:pt x="232767" y="50602"/>
                    </a:lnTo>
                    <a:cubicBezTo>
                      <a:pt x="238356" y="50602"/>
                      <a:pt x="242888" y="55133"/>
                      <a:pt x="242888" y="60722"/>
                    </a:cubicBezTo>
                    <a:cubicBezTo>
                      <a:pt x="242888" y="66311"/>
                      <a:pt x="238356" y="70842"/>
                      <a:pt x="232767" y="70842"/>
                    </a:cubicBezTo>
                    <a:lnTo>
                      <a:pt x="182166" y="70842"/>
                    </a:lnTo>
                    <a:cubicBezTo>
                      <a:pt x="176576" y="70842"/>
                      <a:pt x="172045" y="66311"/>
                      <a:pt x="172045" y="60722"/>
                    </a:cubicBezTo>
                    <a:cubicBezTo>
                      <a:pt x="172045" y="55133"/>
                      <a:pt x="176576" y="50602"/>
                      <a:pt x="182166" y="50602"/>
                    </a:cubicBezTo>
                    <a:close/>
                    <a:moveTo>
                      <a:pt x="242888" y="101203"/>
                    </a:moveTo>
                    <a:cubicBezTo>
                      <a:pt x="242888" y="106792"/>
                      <a:pt x="238356" y="111323"/>
                      <a:pt x="232767" y="111323"/>
                    </a:cubicBezTo>
                    <a:lnTo>
                      <a:pt x="182166" y="111323"/>
                    </a:lnTo>
                    <a:cubicBezTo>
                      <a:pt x="176576" y="111323"/>
                      <a:pt x="172045" y="106792"/>
                      <a:pt x="172045" y="101203"/>
                    </a:cubicBezTo>
                    <a:cubicBezTo>
                      <a:pt x="172045" y="95614"/>
                      <a:pt x="176576" y="91083"/>
                      <a:pt x="182166" y="91083"/>
                    </a:cubicBezTo>
                    <a:lnTo>
                      <a:pt x="232767" y="91083"/>
                    </a:lnTo>
                    <a:cubicBezTo>
                      <a:pt x="238356" y="91083"/>
                      <a:pt x="242888" y="95614"/>
                      <a:pt x="242888" y="101203"/>
                    </a:cubicBezTo>
                    <a:close/>
                    <a:moveTo>
                      <a:pt x="242888" y="141684"/>
                    </a:moveTo>
                    <a:cubicBezTo>
                      <a:pt x="242888" y="147274"/>
                      <a:pt x="238356" y="151805"/>
                      <a:pt x="232767" y="151805"/>
                    </a:cubicBezTo>
                    <a:lnTo>
                      <a:pt x="182166" y="151805"/>
                    </a:lnTo>
                    <a:cubicBezTo>
                      <a:pt x="176576" y="151805"/>
                      <a:pt x="172045" y="147274"/>
                      <a:pt x="172045" y="141684"/>
                    </a:cubicBezTo>
                    <a:cubicBezTo>
                      <a:pt x="172045" y="136095"/>
                      <a:pt x="176576" y="131564"/>
                      <a:pt x="182166" y="131564"/>
                    </a:cubicBezTo>
                    <a:lnTo>
                      <a:pt x="232767" y="131564"/>
                    </a:lnTo>
                    <a:cubicBezTo>
                      <a:pt x="238356" y="131564"/>
                      <a:pt x="242888" y="136095"/>
                      <a:pt x="242888" y="14168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840605" y="44643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知识要拆分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8165" y="489680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References 让判断可维护，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68165" y="51063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也让上下文更干净。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467600" y="409575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802761" y="4430911"/>
              <a:ext cx="263128" cy="263128"/>
              <a:chOff x="7802761" y="4430911"/>
              <a:chExt cx="263128" cy="26312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812881" y="44410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42888" y="121444"/>
                    </a:moveTo>
                    <a:cubicBezTo>
                      <a:pt x="242888" y="188515"/>
                      <a:pt x="188515" y="242888"/>
                      <a:pt x="121444" y="242888"/>
                    </a:cubicBezTo>
                    <a:cubicBezTo>
                      <a:pt x="54372" y="242888"/>
                      <a:pt x="0" y="188515"/>
                      <a:pt x="0" y="121444"/>
                    </a:cubicBezTo>
                    <a:cubicBezTo>
                      <a:pt x="0" y="54372"/>
                      <a:pt x="54372" y="0"/>
                      <a:pt x="121444" y="0"/>
                    </a:cubicBezTo>
                    <a:cubicBezTo>
                      <a:pt x="188515" y="0"/>
                      <a:pt x="242888" y="54372"/>
                      <a:pt x="242888" y="121444"/>
                    </a:cubicBezTo>
                    <a:close/>
                  </a:path>
                </a:pathLst>
              </a:custGeom>
              <a:solidFill>
                <a:srgbClr val="16A3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802761" y="4430911"/>
                <a:ext cx="263128" cy="263128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63128">
                    <a:moveTo>
                      <a:pt x="189326" y="94043"/>
                    </a:moveTo>
                    <a:cubicBezTo>
                      <a:pt x="191226" y="95941"/>
                      <a:pt x="192294" y="98517"/>
                      <a:pt x="192294" y="101203"/>
                    </a:cubicBezTo>
                    <a:cubicBezTo>
                      <a:pt x="192294" y="103889"/>
                      <a:pt x="191226" y="106465"/>
                      <a:pt x="189326" y="108363"/>
                    </a:cubicBezTo>
                    <a:lnTo>
                      <a:pt x="118484" y="179205"/>
                    </a:lnTo>
                    <a:cubicBezTo>
                      <a:pt x="116585" y="181106"/>
                      <a:pt x="114009" y="182174"/>
                      <a:pt x="111323" y="182174"/>
                    </a:cubicBezTo>
                    <a:cubicBezTo>
                      <a:pt x="108637" y="182174"/>
                      <a:pt x="106062" y="181106"/>
                      <a:pt x="104163" y="179205"/>
                    </a:cubicBezTo>
                    <a:lnTo>
                      <a:pt x="73802" y="148844"/>
                    </a:lnTo>
                    <a:cubicBezTo>
                      <a:pt x="69848" y="144890"/>
                      <a:pt x="69848" y="138479"/>
                      <a:pt x="73802" y="134524"/>
                    </a:cubicBezTo>
                    <a:cubicBezTo>
                      <a:pt x="77757" y="130570"/>
                      <a:pt x="84168" y="130570"/>
                      <a:pt x="88123" y="134524"/>
                    </a:cubicBezTo>
                    <a:lnTo>
                      <a:pt x="111323" y="157738"/>
                    </a:lnTo>
                    <a:lnTo>
                      <a:pt x="175006" y="94043"/>
                    </a:lnTo>
                    <a:cubicBezTo>
                      <a:pt x="176904" y="92143"/>
                      <a:pt x="179480" y="91075"/>
                      <a:pt x="182166" y="91075"/>
                    </a:cubicBezTo>
                    <a:cubicBezTo>
                      <a:pt x="184852" y="91075"/>
                      <a:pt x="187427" y="92143"/>
                      <a:pt x="189326" y="94043"/>
                    </a:cubicBezTo>
                    <a:close/>
                    <a:moveTo>
                      <a:pt x="263128" y="131564"/>
                    </a:moveTo>
                    <a:cubicBezTo>
                      <a:pt x="263128" y="204225"/>
                      <a:pt x="204225" y="263128"/>
                      <a:pt x="131564" y="263128"/>
                    </a:cubicBezTo>
                    <a:cubicBezTo>
                      <a:pt x="58903" y="263128"/>
                      <a:pt x="0" y="204225"/>
                      <a:pt x="0" y="131564"/>
                    </a:cubicBezTo>
                    <a:cubicBezTo>
                      <a:pt x="0" y="58903"/>
                      <a:pt x="58903" y="0"/>
                      <a:pt x="131564" y="0"/>
                    </a:cubicBezTo>
                    <a:cubicBezTo>
                      <a:pt x="204193" y="77"/>
                      <a:pt x="263051" y="58935"/>
                      <a:pt x="263128" y="131564"/>
                    </a:cubicBezTo>
                    <a:close/>
                    <a:moveTo>
                      <a:pt x="242888" y="131564"/>
                    </a:moveTo>
                    <a:cubicBezTo>
                      <a:pt x="242888" y="70082"/>
                      <a:pt x="193046" y="20241"/>
                      <a:pt x="131564" y="20241"/>
                    </a:cubicBezTo>
                    <a:cubicBezTo>
                      <a:pt x="70082" y="20241"/>
                      <a:pt x="20241" y="70082"/>
                      <a:pt x="20241" y="131564"/>
                    </a:cubicBezTo>
                    <a:cubicBezTo>
                      <a:pt x="20241" y="193046"/>
                      <a:pt x="70082" y="242888"/>
                      <a:pt x="131564" y="242888"/>
                    </a:cubicBezTo>
                    <a:cubicBezTo>
                      <a:pt x="193017" y="242818"/>
                      <a:pt x="242818" y="193017"/>
                      <a:pt x="242888" y="131564"/>
                    </a:cubicBez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231505" y="44643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结果要可验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59065" y="4896802"/>
              <a:ext cx="242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脚本、测试命令、report 和 trace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59065" y="51063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让改动闭环。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664065" y="4646795"/>
            <a:ext cx="2633662" cy="1225367"/>
            <a:chOff x="9664065" y="4646795"/>
            <a:chExt cx="2633662" cy="1225367"/>
          </a:xfrm>
        </p:grpSpPr>
        <p:grpSp>
          <p:nvGrpSpPr>
            <p:cNvPr id="43" name="Group 43"/>
            <p:cNvGrpSpPr/>
            <p:nvPr/>
          </p:nvGrpSpPr>
          <p:grpSpPr>
            <a:xfrm>
              <a:off x="10684413" y="4646795"/>
              <a:ext cx="480316" cy="477661"/>
              <a:chOff x="10684413" y="4646795"/>
              <a:chExt cx="480316" cy="47766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0704828" y="4743450"/>
                <a:ext cx="363222" cy="363222"/>
              </a:xfrm>
              <a:custGeom>
                <a:avLst/>
                <a:gdLst/>
                <a:ahLst/>
                <a:cxnLst/>
                <a:rect l="l" t="t" r="r" b="b"/>
                <a:pathLst>
                  <a:path w="363222" h="363222">
                    <a:moveTo>
                      <a:pt x="96522" y="209550"/>
                    </a:moveTo>
                    <a:lnTo>
                      <a:pt x="153672" y="266700"/>
                    </a:lnTo>
                    <a:cubicBezTo>
                      <a:pt x="153672" y="266700"/>
                      <a:pt x="134622" y="342900"/>
                      <a:pt x="20322" y="342900"/>
                    </a:cubicBezTo>
                    <a:cubicBezTo>
                      <a:pt x="20322" y="228600"/>
                      <a:pt x="96522" y="209550"/>
                      <a:pt x="96522" y="209550"/>
                    </a:cubicBezTo>
                    <a:close/>
                    <a:moveTo>
                      <a:pt x="248922" y="0"/>
                    </a:moveTo>
                    <a:lnTo>
                      <a:pt x="102118" y="0"/>
                    </a:lnTo>
                    <a:cubicBezTo>
                      <a:pt x="97072" y="2"/>
                      <a:pt x="92234" y="2006"/>
                      <a:pt x="88664" y="5572"/>
                    </a:cubicBezTo>
                    <a:lnTo>
                      <a:pt x="6868" y="87368"/>
                    </a:lnTo>
                    <a:cubicBezTo>
                      <a:pt x="1775" y="92473"/>
                      <a:pt x="0" y="100016"/>
                      <a:pt x="2283" y="106856"/>
                    </a:cubicBezTo>
                    <a:cubicBezTo>
                      <a:pt x="4567" y="113696"/>
                      <a:pt x="10517" y="118660"/>
                      <a:pt x="17655" y="119682"/>
                    </a:cubicBezTo>
                    <a:lnTo>
                      <a:pt x="115572" y="133350"/>
                    </a:lnTo>
                    <a:close/>
                    <a:moveTo>
                      <a:pt x="229872" y="247650"/>
                    </a:moveTo>
                    <a:lnTo>
                      <a:pt x="243540" y="345567"/>
                    </a:lnTo>
                    <a:cubicBezTo>
                      <a:pt x="244562" y="352705"/>
                      <a:pt x="249526" y="358655"/>
                      <a:pt x="256366" y="360939"/>
                    </a:cubicBezTo>
                    <a:cubicBezTo>
                      <a:pt x="263206" y="363222"/>
                      <a:pt x="270749" y="361447"/>
                      <a:pt x="275854" y="356354"/>
                    </a:cubicBezTo>
                    <a:lnTo>
                      <a:pt x="357650" y="274558"/>
                    </a:lnTo>
                    <a:cubicBezTo>
                      <a:pt x="361216" y="270988"/>
                      <a:pt x="363220" y="266150"/>
                      <a:pt x="363222" y="261104"/>
                    </a:cubicBezTo>
                    <a:lnTo>
                      <a:pt x="363222" y="114300"/>
                    </a:ln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684413" y="4646795"/>
                <a:ext cx="480316" cy="477661"/>
              </a:xfrm>
              <a:custGeom>
                <a:avLst/>
                <a:gdLst/>
                <a:ahLst/>
                <a:cxnLst/>
                <a:rect l="l" t="t" r="r" b="b"/>
                <a:pathLst>
                  <a:path w="480316" h="477661">
                    <a:moveTo>
                      <a:pt x="192589" y="367975"/>
                    </a:moveTo>
                    <a:cubicBezTo>
                      <a:pt x="191661" y="371665"/>
                      <a:pt x="168443" y="458605"/>
                      <a:pt x="40737" y="458605"/>
                    </a:cubicBezTo>
                    <a:cubicBezTo>
                      <a:pt x="30216" y="458605"/>
                      <a:pt x="21687" y="450076"/>
                      <a:pt x="21687" y="439555"/>
                    </a:cubicBezTo>
                    <a:cubicBezTo>
                      <a:pt x="21687" y="311848"/>
                      <a:pt x="108626" y="288631"/>
                      <a:pt x="112317" y="287703"/>
                    </a:cubicBezTo>
                    <a:cubicBezTo>
                      <a:pt x="122529" y="285151"/>
                      <a:pt x="132876" y="291361"/>
                      <a:pt x="135427" y="301573"/>
                    </a:cubicBezTo>
                    <a:cubicBezTo>
                      <a:pt x="137979" y="311785"/>
                      <a:pt x="131769" y="322132"/>
                      <a:pt x="121557" y="324683"/>
                    </a:cubicBezTo>
                    <a:cubicBezTo>
                      <a:pt x="119413" y="325279"/>
                      <a:pt x="68169" y="340257"/>
                      <a:pt x="60692" y="419600"/>
                    </a:cubicBezTo>
                    <a:cubicBezTo>
                      <a:pt x="140035" y="412123"/>
                      <a:pt x="155037" y="360974"/>
                      <a:pt x="155656" y="358592"/>
                    </a:cubicBezTo>
                    <a:cubicBezTo>
                      <a:pt x="158286" y="348394"/>
                      <a:pt x="168686" y="342258"/>
                      <a:pt x="178885" y="344888"/>
                    </a:cubicBezTo>
                    <a:cubicBezTo>
                      <a:pt x="189084" y="347519"/>
                      <a:pt x="195220" y="357919"/>
                      <a:pt x="192589" y="368117"/>
                    </a:cubicBezTo>
                    <a:close/>
                    <a:moveTo>
                      <a:pt x="414045" y="207478"/>
                    </a:moveTo>
                    <a:lnTo>
                      <a:pt x="402687" y="218837"/>
                    </a:lnTo>
                    <a:lnTo>
                      <a:pt x="402687" y="357735"/>
                    </a:lnTo>
                    <a:cubicBezTo>
                      <a:pt x="402744" y="367881"/>
                      <a:pt x="398730" y="377625"/>
                      <a:pt x="391543" y="384786"/>
                    </a:cubicBezTo>
                    <a:lnTo>
                      <a:pt x="309818" y="466463"/>
                    </a:lnTo>
                    <a:cubicBezTo>
                      <a:pt x="302700" y="473632"/>
                      <a:pt x="293013" y="477661"/>
                      <a:pt x="282910" y="477655"/>
                    </a:cubicBezTo>
                    <a:cubicBezTo>
                      <a:pt x="278782" y="477654"/>
                      <a:pt x="274681" y="476986"/>
                      <a:pt x="270766" y="475678"/>
                    </a:cubicBezTo>
                    <a:cubicBezTo>
                      <a:pt x="257052" y="471143"/>
                      <a:pt x="247102" y="459217"/>
                      <a:pt x="245096" y="444913"/>
                    </a:cubicBezTo>
                    <a:lnTo>
                      <a:pt x="232308" y="353258"/>
                    </a:lnTo>
                    <a:lnTo>
                      <a:pt x="127033" y="247983"/>
                    </a:lnTo>
                    <a:lnTo>
                      <a:pt x="35427" y="235196"/>
                    </a:lnTo>
                    <a:cubicBezTo>
                      <a:pt x="21105" y="233187"/>
                      <a:pt x="9155" y="223244"/>
                      <a:pt x="4578" y="209526"/>
                    </a:cubicBezTo>
                    <a:cubicBezTo>
                      <a:pt x="0" y="195808"/>
                      <a:pt x="3584" y="180680"/>
                      <a:pt x="13829" y="170474"/>
                    </a:cubicBezTo>
                    <a:lnTo>
                      <a:pt x="95506" y="88749"/>
                    </a:lnTo>
                    <a:cubicBezTo>
                      <a:pt x="102667" y="81562"/>
                      <a:pt x="112411" y="77548"/>
                      <a:pt x="122557" y="77605"/>
                    </a:cubicBezTo>
                    <a:lnTo>
                      <a:pt x="261455" y="77605"/>
                    </a:lnTo>
                    <a:lnTo>
                      <a:pt x="272814" y="66246"/>
                    </a:lnTo>
                    <a:cubicBezTo>
                      <a:pt x="336345" y="2738"/>
                      <a:pt x="412902" y="0"/>
                      <a:pt x="442859" y="1786"/>
                    </a:cubicBezTo>
                    <a:cubicBezTo>
                      <a:pt x="462081" y="2954"/>
                      <a:pt x="477409" y="18282"/>
                      <a:pt x="478577" y="37505"/>
                    </a:cubicBezTo>
                    <a:cubicBezTo>
                      <a:pt x="480316" y="67389"/>
                      <a:pt x="477577" y="143947"/>
                      <a:pt x="414069" y="207478"/>
                    </a:cubicBezTo>
                    <a:close/>
                    <a:moveTo>
                      <a:pt x="40737" y="197477"/>
                    </a:moveTo>
                    <a:lnTo>
                      <a:pt x="129200" y="209812"/>
                    </a:lnTo>
                    <a:lnTo>
                      <a:pt x="223355" y="115705"/>
                    </a:lnTo>
                    <a:lnTo>
                      <a:pt x="122557" y="115705"/>
                    </a:lnTo>
                    <a:close/>
                    <a:moveTo>
                      <a:pt x="162943" y="230005"/>
                    </a:moveTo>
                    <a:lnTo>
                      <a:pt x="250287" y="317349"/>
                    </a:lnTo>
                    <a:lnTo>
                      <a:pt x="387090" y="180546"/>
                    </a:lnTo>
                    <a:cubicBezTo>
                      <a:pt x="424390" y="143498"/>
                      <a:pt x="443855" y="92135"/>
                      <a:pt x="440477" y="39672"/>
                    </a:cubicBezTo>
                    <a:cubicBezTo>
                      <a:pt x="388045" y="36417"/>
                      <a:pt x="336752" y="55915"/>
                      <a:pt x="299722" y="93178"/>
                    </a:cubicBezTo>
                    <a:close/>
                    <a:moveTo>
                      <a:pt x="364587" y="256937"/>
                    </a:moveTo>
                    <a:lnTo>
                      <a:pt x="270456" y="351068"/>
                    </a:lnTo>
                    <a:lnTo>
                      <a:pt x="282839" y="439555"/>
                    </a:lnTo>
                    <a:lnTo>
                      <a:pt x="364587" y="357735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117455" y="53216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4065" y="56588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把这个模式复制到更多测试与交付场景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5322" y="6406991"/>
            <a:ext cx="10803755" cy="167640"/>
            <a:chOff x="675322" y="6406991"/>
            <a:chExt cx="108037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675322" y="6406991"/>
              <a:ext cx="2003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playwright-skill summary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14722" y="64069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40" grpId="0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